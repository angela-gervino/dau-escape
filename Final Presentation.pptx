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2" r:id="rId4"/>
    <p:sldMasterId id="2147483743"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IBM Plex Sans"/>
      <p:regular r:id="rId14"/>
      <p:bold r:id="rId15"/>
      <p:italic r:id="rId16"/>
      <p:boldItalic r:id="rId17"/>
    </p:embeddedFont>
    <p:embeddedFont>
      <p:font typeface="Quantico"/>
      <p:regular r:id="rId18"/>
      <p:bold r:id="rId19"/>
      <p:italic r:id="rId20"/>
      <p:boldItalic r:id="rId21"/>
    </p:embeddedFont>
    <p:embeddedFont>
      <p:font typeface="Sora SemiBold"/>
      <p:regular r:id="rId22"/>
      <p:bold r:id="rId23"/>
    </p:embeddedFont>
    <p:embeddedFont>
      <p:font typeface="Lato"/>
      <p:regular r:id="rId24"/>
      <p:bold r:id="rId25"/>
      <p:italic r:id="rId26"/>
      <p:boldItalic r:id="rId27"/>
    </p:embeddedFont>
    <p:embeddedFont>
      <p:font typeface="IBM Plex Sans Medium"/>
      <p:regular r:id="rId28"/>
      <p:bold r:id="rId29"/>
      <p:italic r:id="rId30"/>
      <p:boldItalic r:id="rId31"/>
    </p:embeddedFont>
    <p:embeddedFont>
      <p:font typeface="Sora Light"/>
      <p:regular r:id="rId32"/>
      <p:bold r:id="rId33"/>
    </p:embeddedFont>
    <p:embeddedFont>
      <p:font typeface="Sora ExtraLight"/>
      <p:regular r:id="rId34"/>
      <p:bold r:id="rId35"/>
    </p:embeddedFont>
    <p:embeddedFont>
      <p:font typeface="Sora"/>
      <p:regular r:id="rId36"/>
      <p:bold r:id="rId37"/>
    </p:embeddedFont>
    <p:embeddedFont>
      <p:font typeface="Sora Medium"/>
      <p:regular r:id="rId38"/>
      <p:bold r:id="rId39"/>
    </p:embeddedFont>
    <p:embeddedFont>
      <p:font typeface="IBM Plex Sans SemiBold"/>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SansSemiBold-regular.fntdata"/><Relationship Id="rId42" Type="http://schemas.openxmlformats.org/officeDocument/2006/relationships/font" Target="fonts/IBMPlexSansSemiBold-italic.fntdata"/><Relationship Id="rId41" Type="http://schemas.openxmlformats.org/officeDocument/2006/relationships/font" Target="fonts/IBMPlexSansSemiBold-bold.fntdata"/><Relationship Id="rId43" Type="http://schemas.openxmlformats.org/officeDocument/2006/relationships/font" Target="fonts/IBMPlexSansSemiBold-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Medium-boldItalic.fntdata"/><Relationship Id="rId30" Type="http://schemas.openxmlformats.org/officeDocument/2006/relationships/font" Target="fonts/IBMPlexSansMedium-italic.fntdata"/><Relationship Id="rId33" Type="http://schemas.openxmlformats.org/officeDocument/2006/relationships/font" Target="fonts/SoraLight-bold.fntdata"/><Relationship Id="rId32" Type="http://schemas.openxmlformats.org/officeDocument/2006/relationships/font" Target="fonts/SoraLight-regular.fntdata"/><Relationship Id="rId35" Type="http://schemas.openxmlformats.org/officeDocument/2006/relationships/font" Target="fonts/SoraExtraLight-bold.fntdata"/><Relationship Id="rId34" Type="http://schemas.openxmlformats.org/officeDocument/2006/relationships/font" Target="fonts/SoraExtraLight-regular.fntdata"/><Relationship Id="rId37" Type="http://schemas.openxmlformats.org/officeDocument/2006/relationships/font" Target="fonts/Sora-bold.fntdata"/><Relationship Id="rId36" Type="http://schemas.openxmlformats.org/officeDocument/2006/relationships/font" Target="fonts/Sora-regular.fntdata"/><Relationship Id="rId39" Type="http://schemas.openxmlformats.org/officeDocument/2006/relationships/font" Target="fonts/SoraMedium-bold.fntdata"/><Relationship Id="rId38" Type="http://schemas.openxmlformats.org/officeDocument/2006/relationships/font" Target="fonts/SoraMedium-regular.fntdata"/><Relationship Id="rId20" Type="http://schemas.openxmlformats.org/officeDocument/2006/relationships/font" Target="fonts/Quantico-italic.fntdata"/><Relationship Id="rId22" Type="http://schemas.openxmlformats.org/officeDocument/2006/relationships/font" Target="fonts/SoraSemiBold-regular.fntdata"/><Relationship Id="rId21" Type="http://schemas.openxmlformats.org/officeDocument/2006/relationships/font" Target="fonts/Quantico-boldItalic.fntdata"/><Relationship Id="rId24" Type="http://schemas.openxmlformats.org/officeDocument/2006/relationships/font" Target="fonts/Lato-regular.fntdata"/><Relationship Id="rId23" Type="http://schemas.openxmlformats.org/officeDocument/2006/relationships/font" Target="fonts/SoraSemiBold-bold.fntdata"/><Relationship Id="rId26" Type="http://schemas.openxmlformats.org/officeDocument/2006/relationships/font" Target="fonts/Lato-italic.fntdata"/><Relationship Id="rId25" Type="http://schemas.openxmlformats.org/officeDocument/2006/relationships/font" Target="fonts/Lato-bold.fntdata"/><Relationship Id="rId28" Type="http://schemas.openxmlformats.org/officeDocument/2006/relationships/font" Target="fonts/IBMPlexSansMedium-regular.fntdata"/><Relationship Id="rId27" Type="http://schemas.openxmlformats.org/officeDocument/2006/relationships/font" Target="fonts/Lato-boldItalic.fntdata"/><Relationship Id="rId29" Type="http://schemas.openxmlformats.org/officeDocument/2006/relationships/font" Target="fonts/IBMPlexSansMedium-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BMPlexSans-bold.fntdata"/><Relationship Id="rId14" Type="http://schemas.openxmlformats.org/officeDocument/2006/relationships/font" Target="fonts/IBMPlexSans-regular.fntdata"/><Relationship Id="rId17" Type="http://schemas.openxmlformats.org/officeDocument/2006/relationships/font" Target="fonts/IBMPlexSans-boldItalic.fntdata"/><Relationship Id="rId16" Type="http://schemas.openxmlformats.org/officeDocument/2006/relationships/font" Target="fonts/IBMPlexSans-italic.fntdata"/><Relationship Id="rId19" Type="http://schemas.openxmlformats.org/officeDocument/2006/relationships/font" Target="fonts/Quantico-bold.fntdata"/><Relationship Id="rId18" Type="http://schemas.openxmlformats.org/officeDocument/2006/relationships/font" Target="fonts/Quantic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3dd788a1f66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3dd788a1f66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g3eb0ac3f3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4" name="Google Shape;1314;g3eb0ac3f3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Before starting this program, I had very little experience with making games but I had the goal of eventually creating a pirate-themed RPG.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To start working towards that goal I had followed some tutorials to develop some VERY simple games with Unity to gain some experience, and then I moved on to starting my own game. And this picture here shows the state of the game before starting this program. It just had some enemies that chased you around the platform but didn’t do anything when they caught up to you.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SO, my hope for this program was to take this progress and turn it into a complete game.</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8" name="Shape 1318"/>
        <p:cNvGrpSpPr/>
        <p:nvPr/>
      </p:nvGrpSpPr>
      <p:grpSpPr>
        <a:xfrm>
          <a:off x="0" y="0"/>
          <a:ext cx="0" cy="0"/>
          <a:chOff x="0" y="0"/>
          <a:chExt cx="0" cy="0"/>
        </a:xfrm>
      </p:grpSpPr>
      <p:sp>
        <p:nvSpPr>
          <p:cNvPr id="1319" name="Google Shape;1319;g3dd788a1f66_0_13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0" name="Google Shape;1320;g3dd788a1f66_0_13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Since I had very little experience developing games, my main goal was to make a completed game so I could gain exposure to as many new things as possible such as combat systems and terrain building. And also from going through the process of building a game from start to end I could learn in what order I should work on different things when developing my own games.</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I recalled from the few tutorials I had been through that camera movement seemed to be somewhat complicated, and I was interested to learn how it works mathematically. So one of the other goals I set for this program was to explore the mathematics behind some different game mechanics like camera movement and enemy detection ranges, and create some documents explaining in detail how or why these things work and include those with my final submission.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5" name="Shape 1325"/>
        <p:cNvGrpSpPr/>
        <p:nvPr/>
      </p:nvGrpSpPr>
      <p:grpSpPr>
        <a:xfrm>
          <a:off x="0" y="0"/>
          <a:ext cx="0" cy="0"/>
          <a:chOff x="0" y="0"/>
          <a:chExt cx="0" cy="0"/>
        </a:xfrm>
      </p:grpSpPr>
      <p:sp>
        <p:nvSpPr>
          <p:cNvPr id="1326" name="Google Shape;1326;g3dd788a1f66_0_1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7" name="Google Shape;1327;g3dd788a1f66_0_1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So, the game I’ve created is an escape game. You play as a pirate and when the game starts you’ve just found the buried treasure on an island. Your goal is to escape from the island with the treasure by making your way back to your pirate ship. </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The island is basically a giant maze that you need to navigate without a map and your pirate ship is located at the end. But, as you make your way through the maze there will be evil monkeys that will chase you and you’ll have to fight them off.</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2" name="Shape 1332"/>
        <p:cNvGrpSpPr/>
        <p:nvPr/>
      </p:nvGrpSpPr>
      <p:grpSpPr>
        <a:xfrm>
          <a:off x="0" y="0"/>
          <a:ext cx="0" cy="0"/>
          <a:chOff x="0" y="0"/>
          <a:chExt cx="0" cy="0"/>
        </a:xfrm>
      </p:grpSpPr>
      <p:sp>
        <p:nvSpPr>
          <p:cNvPr id="1333" name="Google Shape;1333;g3dd788a1f66_0_1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4" name="Google Shape;1334;g3dd788a1f66_0_1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A lot of the time spent on this project was on the combat system. Currently the game includes the player and the one type of monkey enemy and each have only one type of attack. The monkeys do not respawn once they’ve been killed but player does respawn at the start of the maze with full health. I’ve also implemented input blocking while the player is dealing or taking damage so you can’t move mid-animation and also a cooldown time between the monkey’s attacks so that the player can’t get stuck endlessly taking damage.</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I then moved on to working on the terrain. I learned how to build up the terrain and paint on textures and trees. I also wanted to add water around the island and I did that using the Crest Ocean System.</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The last thing I worked on was the dialogue which I did using the Dialogue Editor tool. I have 2 NPC’s, one at the start of the maze explaining the goal of the game, and one at the end of the maze to congratulate you on escaping and off end the game. I also added input blocking so you can’t move or attack while the dialogue is active.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g3e7d4274b9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8" name="Google Shape;1348;g3e7d4274b9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The biggest challenge I faced while working on this game was the lag that was caused by all the trees I had added to the terrain. While trying to fix the issue I learned about a few different ways to try and handle the lag, like enabling GPU instancing for the trees, disabling shadows, and using LOD Groups. </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
              <a:t>In the end, to fix the issue I used new tree assets that already had LOD Groups configured. For trees the player can actually get close to, I used these new trees as-is. And for trees that are far away or not accessible to the player I modified the LOD settings so that the trees always use the billboard LOD.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3dd788a1f66_0_1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5" name="Google Shape;1355;g3dd788a1f66_0_1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t>Thank you for listening.</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1" name="Google Shape;11;p2"/>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 name="Google Shape;12;p2"/>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13" name="Google Shape;13;p2"/>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14" name="Google Shape;14;p2"/>
          <p:cNvGrpSpPr/>
          <p:nvPr/>
        </p:nvGrpSpPr>
        <p:grpSpPr>
          <a:xfrm flipH="1" rot="10800000">
            <a:off x="4395238" y="-11"/>
            <a:ext cx="4748757" cy="2797859"/>
            <a:chOff x="3200875" y="1642950"/>
            <a:chExt cx="5970275" cy="3517550"/>
          </a:xfrm>
        </p:grpSpPr>
        <p:sp>
          <p:nvSpPr>
            <p:cNvPr id="15" name="Google Shape;15;p2"/>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16" name="Google Shape;16;p2"/>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17" name="Google Shape;17;p2"/>
          <p:cNvGrpSpPr/>
          <p:nvPr/>
        </p:nvGrpSpPr>
        <p:grpSpPr>
          <a:xfrm flipH="1">
            <a:off x="6309311" y="2793726"/>
            <a:ext cx="2834695" cy="1890116"/>
            <a:chOff x="312900" y="2793625"/>
            <a:chExt cx="2221200" cy="1481050"/>
          </a:xfrm>
        </p:grpSpPr>
        <p:grpSp>
          <p:nvGrpSpPr>
            <p:cNvPr id="18" name="Google Shape;18;p2"/>
            <p:cNvGrpSpPr/>
            <p:nvPr/>
          </p:nvGrpSpPr>
          <p:grpSpPr>
            <a:xfrm>
              <a:off x="312900" y="2793625"/>
              <a:ext cx="1851000" cy="1481050"/>
              <a:chOff x="461225" y="3249175"/>
              <a:chExt cx="1851000" cy="1481050"/>
            </a:xfrm>
          </p:grpSpPr>
          <p:grpSp>
            <p:nvGrpSpPr>
              <p:cNvPr id="19" name="Google Shape;19;p2"/>
              <p:cNvGrpSpPr/>
              <p:nvPr/>
            </p:nvGrpSpPr>
            <p:grpSpPr>
              <a:xfrm>
                <a:off x="461225" y="3249175"/>
                <a:ext cx="1851000" cy="370200"/>
                <a:chOff x="461225" y="3249175"/>
                <a:chExt cx="1851000" cy="370200"/>
              </a:xfrm>
            </p:grpSpPr>
            <p:sp>
              <p:nvSpPr>
                <p:cNvPr id="20" name="Google Shape;20;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 name="Google Shape;21;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 name="Google Shape;2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 name="Google Shape;23;p2"/>
              <p:cNvGrpSpPr/>
              <p:nvPr/>
            </p:nvGrpSpPr>
            <p:grpSpPr>
              <a:xfrm>
                <a:off x="461225" y="3619500"/>
                <a:ext cx="1480800" cy="370200"/>
                <a:chOff x="461225" y="3249175"/>
                <a:chExt cx="1480800" cy="370200"/>
              </a:xfrm>
            </p:grpSpPr>
            <p:sp>
              <p:nvSpPr>
                <p:cNvPr id="24" name="Google Shape;2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 name="Google Shape;25;p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 name="Google Shape;26;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 name="Google Shape;27;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8" name="Google Shape;28;p2"/>
              <p:cNvGrpSpPr/>
              <p:nvPr/>
            </p:nvGrpSpPr>
            <p:grpSpPr>
              <a:xfrm>
                <a:off x="461225" y="3989700"/>
                <a:ext cx="1851000" cy="370200"/>
                <a:chOff x="461225" y="3249175"/>
                <a:chExt cx="1851000" cy="370200"/>
              </a:xfrm>
            </p:grpSpPr>
            <p:sp>
              <p:nvSpPr>
                <p:cNvPr id="29" name="Google Shape;29;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 name="Google Shape;30;p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1" name="Google Shape;31;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 name="Google Shape;32;p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3" name="Google Shape;33;p2"/>
              <p:cNvGrpSpPr/>
              <p:nvPr/>
            </p:nvGrpSpPr>
            <p:grpSpPr>
              <a:xfrm>
                <a:off x="461225" y="4360025"/>
                <a:ext cx="1480800" cy="370200"/>
                <a:chOff x="461225" y="3249175"/>
                <a:chExt cx="1480800" cy="370200"/>
              </a:xfrm>
            </p:grpSpPr>
            <p:sp>
              <p:nvSpPr>
                <p:cNvPr id="34" name="Google Shape;34;p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 name="Google Shape;35;p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6" name="Google Shape;36;p2"/>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37" name="Google Shape;37;p2"/>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38" name="Shape 38"/>
        <p:cNvGrpSpPr/>
        <p:nvPr/>
      </p:nvGrpSpPr>
      <p:grpSpPr>
        <a:xfrm>
          <a:off x="0" y="0"/>
          <a:ext cx="0" cy="0"/>
          <a:chOff x="0" y="0"/>
          <a:chExt cx="0" cy="0"/>
        </a:xfrm>
      </p:grpSpPr>
      <p:grpSp>
        <p:nvGrpSpPr>
          <p:cNvPr id="39" name="Google Shape;39;p3"/>
          <p:cNvGrpSpPr/>
          <p:nvPr/>
        </p:nvGrpSpPr>
        <p:grpSpPr>
          <a:xfrm flipH="1">
            <a:off x="6169505" y="2816179"/>
            <a:ext cx="2979740" cy="1986829"/>
            <a:chOff x="312900" y="2793625"/>
            <a:chExt cx="2221200" cy="1481050"/>
          </a:xfrm>
        </p:grpSpPr>
        <p:grpSp>
          <p:nvGrpSpPr>
            <p:cNvPr id="40" name="Google Shape;40;p3"/>
            <p:cNvGrpSpPr/>
            <p:nvPr/>
          </p:nvGrpSpPr>
          <p:grpSpPr>
            <a:xfrm>
              <a:off x="312900" y="2793625"/>
              <a:ext cx="1851000" cy="1481050"/>
              <a:chOff x="461225" y="3249175"/>
              <a:chExt cx="1851000" cy="1481050"/>
            </a:xfrm>
          </p:grpSpPr>
          <p:grpSp>
            <p:nvGrpSpPr>
              <p:cNvPr id="41" name="Google Shape;41;p3"/>
              <p:cNvGrpSpPr/>
              <p:nvPr/>
            </p:nvGrpSpPr>
            <p:grpSpPr>
              <a:xfrm>
                <a:off x="461225" y="3249175"/>
                <a:ext cx="1851000" cy="370200"/>
                <a:chOff x="461225" y="3249175"/>
                <a:chExt cx="1851000" cy="370200"/>
              </a:xfrm>
            </p:grpSpPr>
            <p:sp>
              <p:nvSpPr>
                <p:cNvPr id="42" name="Google Shape;42;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 name="Google Shape;43;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 name="Google Shape;44;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5" name="Google Shape;45;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 name="Google Shape;46;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 name="Google Shape;47;p3"/>
              <p:cNvGrpSpPr/>
              <p:nvPr/>
            </p:nvGrpSpPr>
            <p:grpSpPr>
              <a:xfrm>
                <a:off x="461225" y="3619500"/>
                <a:ext cx="1851000" cy="370200"/>
                <a:chOff x="461225" y="3249175"/>
                <a:chExt cx="1851000" cy="370200"/>
              </a:xfrm>
            </p:grpSpPr>
            <p:sp>
              <p:nvSpPr>
                <p:cNvPr id="48" name="Google Shape;48;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 name="Google Shape;49;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 name="Google Shape;50;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 name="Google Shape;51;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 name="Google Shape;52;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 name="Google Shape;53;p3"/>
              <p:cNvGrpSpPr/>
              <p:nvPr/>
            </p:nvGrpSpPr>
            <p:grpSpPr>
              <a:xfrm>
                <a:off x="461225" y="3989700"/>
                <a:ext cx="1851000" cy="370200"/>
                <a:chOff x="461225" y="3249175"/>
                <a:chExt cx="1851000" cy="370200"/>
              </a:xfrm>
            </p:grpSpPr>
            <p:sp>
              <p:nvSpPr>
                <p:cNvPr id="54" name="Google Shape;54;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 name="Google Shape;55;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 name="Google Shape;56;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 name="Google Shape;58;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9" name="Google Shape;59;p3"/>
              <p:cNvGrpSpPr/>
              <p:nvPr/>
            </p:nvGrpSpPr>
            <p:grpSpPr>
              <a:xfrm>
                <a:off x="461225" y="4360025"/>
                <a:ext cx="1851000" cy="370200"/>
                <a:chOff x="461225" y="3249175"/>
                <a:chExt cx="1851000" cy="370200"/>
              </a:xfrm>
            </p:grpSpPr>
            <p:sp>
              <p:nvSpPr>
                <p:cNvPr id="60" name="Google Shape;60;p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 name="Google Shape;61;p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 name="Google Shape;62;p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 name="Google Shape;63;p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4" name="Google Shape;64;p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5" name="Google Shape;65;p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 name="Google Shape;66;p3"/>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7" name="Google Shape;67;p3"/>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 name="Google Shape;68;p3"/>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 name="Google Shape;69;p3"/>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3"/>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71" name="Google Shape;71;p3"/>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72" name="Google Shape;72;p3"/>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73" name="Google Shape;73;p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74" name="Shape 74"/>
        <p:cNvGrpSpPr/>
        <p:nvPr/>
      </p:nvGrpSpPr>
      <p:grpSpPr>
        <a:xfrm>
          <a:off x="0" y="0"/>
          <a:ext cx="0" cy="0"/>
          <a:chOff x="0" y="0"/>
          <a:chExt cx="0" cy="0"/>
        </a:xfrm>
      </p:grpSpPr>
      <p:grpSp>
        <p:nvGrpSpPr>
          <p:cNvPr id="75" name="Google Shape;75;p4"/>
          <p:cNvGrpSpPr/>
          <p:nvPr/>
        </p:nvGrpSpPr>
        <p:grpSpPr>
          <a:xfrm flipH="1">
            <a:off x="6169505" y="228779"/>
            <a:ext cx="2979740" cy="1986829"/>
            <a:chOff x="312900" y="2793625"/>
            <a:chExt cx="2221200" cy="1481050"/>
          </a:xfrm>
        </p:grpSpPr>
        <p:grpSp>
          <p:nvGrpSpPr>
            <p:cNvPr id="76" name="Google Shape;76;p4"/>
            <p:cNvGrpSpPr/>
            <p:nvPr/>
          </p:nvGrpSpPr>
          <p:grpSpPr>
            <a:xfrm>
              <a:off x="312900" y="2793625"/>
              <a:ext cx="1851000" cy="1481050"/>
              <a:chOff x="461225" y="3249175"/>
              <a:chExt cx="1851000" cy="1481050"/>
            </a:xfrm>
          </p:grpSpPr>
          <p:grpSp>
            <p:nvGrpSpPr>
              <p:cNvPr id="77" name="Google Shape;77;p4"/>
              <p:cNvGrpSpPr/>
              <p:nvPr/>
            </p:nvGrpSpPr>
            <p:grpSpPr>
              <a:xfrm>
                <a:off x="461225" y="3249175"/>
                <a:ext cx="1851000" cy="370200"/>
                <a:chOff x="461225" y="3249175"/>
                <a:chExt cx="1851000" cy="370200"/>
              </a:xfrm>
            </p:grpSpPr>
            <p:sp>
              <p:nvSpPr>
                <p:cNvPr id="78" name="Google Shape;78;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9" name="Google Shape;79;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 name="Google Shape;81;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2" name="Google Shape;82;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3" name="Google Shape;83;p4"/>
              <p:cNvGrpSpPr/>
              <p:nvPr/>
            </p:nvGrpSpPr>
            <p:grpSpPr>
              <a:xfrm>
                <a:off x="461225" y="3619500"/>
                <a:ext cx="1851000" cy="370200"/>
                <a:chOff x="461225" y="3249175"/>
                <a:chExt cx="1851000" cy="370200"/>
              </a:xfrm>
            </p:grpSpPr>
            <p:sp>
              <p:nvSpPr>
                <p:cNvPr id="84" name="Google Shape;84;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5" name="Google Shape;85;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6" name="Google Shape;86;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7" name="Google Shape;87;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9" name="Google Shape;89;p4"/>
              <p:cNvGrpSpPr/>
              <p:nvPr/>
            </p:nvGrpSpPr>
            <p:grpSpPr>
              <a:xfrm>
                <a:off x="461225" y="3989700"/>
                <a:ext cx="1851000" cy="370200"/>
                <a:chOff x="461225" y="3249175"/>
                <a:chExt cx="1851000" cy="370200"/>
              </a:xfrm>
            </p:grpSpPr>
            <p:sp>
              <p:nvSpPr>
                <p:cNvPr id="90" name="Google Shape;90;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2" name="Google Shape;92;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3" name="Google Shape;93;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5" name="Google Shape;95;p4"/>
              <p:cNvGrpSpPr/>
              <p:nvPr/>
            </p:nvGrpSpPr>
            <p:grpSpPr>
              <a:xfrm>
                <a:off x="461225" y="4360025"/>
                <a:ext cx="1851000" cy="370200"/>
                <a:chOff x="461225" y="3249175"/>
                <a:chExt cx="1851000" cy="370200"/>
              </a:xfrm>
            </p:grpSpPr>
            <p:sp>
              <p:nvSpPr>
                <p:cNvPr id="96" name="Google Shape;96;p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8" name="Google Shape;98;p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9" name="Google Shape;99;p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01" name="Google Shape;101;p4"/>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02" name="Google Shape;102;p4"/>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03" name="Google Shape;103;p4"/>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4" name="Google Shape;104;p4"/>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5" name="Google Shape;105;p4"/>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4"/>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07" name="Google Shape;107;p4"/>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08" name="Google Shape;108;p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09" name="Shape 109"/>
        <p:cNvGrpSpPr/>
        <p:nvPr/>
      </p:nvGrpSpPr>
      <p:grpSpPr>
        <a:xfrm>
          <a:off x="0" y="0"/>
          <a:ext cx="0" cy="0"/>
          <a:chOff x="0" y="0"/>
          <a:chExt cx="0" cy="0"/>
        </a:xfrm>
      </p:grpSpPr>
      <p:grpSp>
        <p:nvGrpSpPr>
          <p:cNvPr id="110" name="Google Shape;110;p5"/>
          <p:cNvGrpSpPr/>
          <p:nvPr/>
        </p:nvGrpSpPr>
        <p:grpSpPr>
          <a:xfrm>
            <a:off x="228600" y="2793625"/>
            <a:ext cx="2221200" cy="1481050"/>
            <a:chOff x="312900" y="2793625"/>
            <a:chExt cx="2221200" cy="1481050"/>
          </a:xfrm>
        </p:grpSpPr>
        <p:grpSp>
          <p:nvGrpSpPr>
            <p:cNvPr id="111" name="Google Shape;111;p5"/>
            <p:cNvGrpSpPr/>
            <p:nvPr/>
          </p:nvGrpSpPr>
          <p:grpSpPr>
            <a:xfrm>
              <a:off x="312900" y="2793625"/>
              <a:ext cx="1851000" cy="1481050"/>
              <a:chOff x="461225" y="3249175"/>
              <a:chExt cx="1851000" cy="1481050"/>
            </a:xfrm>
          </p:grpSpPr>
          <p:grpSp>
            <p:nvGrpSpPr>
              <p:cNvPr id="112" name="Google Shape;112;p5"/>
              <p:cNvGrpSpPr/>
              <p:nvPr/>
            </p:nvGrpSpPr>
            <p:grpSpPr>
              <a:xfrm>
                <a:off x="461225" y="3249175"/>
                <a:ext cx="1851000" cy="370200"/>
                <a:chOff x="461225" y="3249175"/>
                <a:chExt cx="1851000" cy="370200"/>
              </a:xfrm>
            </p:grpSpPr>
            <p:sp>
              <p:nvSpPr>
                <p:cNvPr id="113" name="Google Shape;113;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6" name="Google Shape;116;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7" name="Google Shape;117;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18" name="Google Shape;118;p5"/>
              <p:cNvGrpSpPr/>
              <p:nvPr/>
            </p:nvGrpSpPr>
            <p:grpSpPr>
              <a:xfrm>
                <a:off x="461225" y="3619500"/>
                <a:ext cx="1851000" cy="370200"/>
                <a:chOff x="461225" y="3249175"/>
                <a:chExt cx="1851000" cy="370200"/>
              </a:xfrm>
            </p:grpSpPr>
            <p:sp>
              <p:nvSpPr>
                <p:cNvPr id="119" name="Google Shape;11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0" name="Google Shape;12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1" name="Google Shape;12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2" name="Google Shape;12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3" name="Google Shape;123;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4" name="Google Shape;124;p5"/>
              <p:cNvGrpSpPr/>
              <p:nvPr/>
            </p:nvGrpSpPr>
            <p:grpSpPr>
              <a:xfrm>
                <a:off x="461225" y="3989700"/>
                <a:ext cx="1851000" cy="370200"/>
                <a:chOff x="461225" y="3249175"/>
                <a:chExt cx="1851000" cy="370200"/>
              </a:xfrm>
            </p:grpSpPr>
            <p:sp>
              <p:nvSpPr>
                <p:cNvPr id="125" name="Google Shape;125;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8" name="Google Shape;128;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9" name="Google Shape;129;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0" name="Google Shape;130;p5"/>
              <p:cNvGrpSpPr/>
              <p:nvPr/>
            </p:nvGrpSpPr>
            <p:grpSpPr>
              <a:xfrm>
                <a:off x="461225" y="4360025"/>
                <a:ext cx="1851000" cy="370200"/>
                <a:chOff x="461225" y="3249175"/>
                <a:chExt cx="1851000" cy="370200"/>
              </a:xfrm>
            </p:grpSpPr>
            <p:sp>
              <p:nvSpPr>
                <p:cNvPr id="131" name="Google Shape;131;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4" name="Google Shape;134;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5" name="Google Shape;135;p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36" name="Google Shape;136;p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7" name="Google Shape;137;p5"/>
          <p:cNvGrpSpPr/>
          <p:nvPr/>
        </p:nvGrpSpPr>
        <p:grpSpPr>
          <a:xfrm>
            <a:off x="7663200" y="-725"/>
            <a:ext cx="1480800" cy="1396025"/>
            <a:chOff x="461225" y="3334200"/>
            <a:chExt cx="1480800" cy="1396025"/>
          </a:xfrm>
        </p:grpSpPr>
        <p:grpSp>
          <p:nvGrpSpPr>
            <p:cNvPr id="138" name="Google Shape;138;p5"/>
            <p:cNvGrpSpPr/>
            <p:nvPr/>
          </p:nvGrpSpPr>
          <p:grpSpPr>
            <a:xfrm>
              <a:off x="461225" y="3334200"/>
              <a:ext cx="1480800" cy="285300"/>
              <a:chOff x="461225" y="3334200"/>
              <a:chExt cx="1480800" cy="285300"/>
            </a:xfrm>
          </p:grpSpPr>
          <p:sp>
            <p:nvSpPr>
              <p:cNvPr id="139" name="Google Shape;139;p5"/>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0" name="Google Shape;140;p5"/>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1" name="Google Shape;141;p5"/>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5"/>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3" name="Google Shape;143;p5"/>
            <p:cNvGrpSpPr/>
            <p:nvPr/>
          </p:nvGrpSpPr>
          <p:grpSpPr>
            <a:xfrm>
              <a:off x="461225" y="3619500"/>
              <a:ext cx="1480800" cy="370200"/>
              <a:chOff x="461225" y="3249175"/>
              <a:chExt cx="1480800" cy="370200"/>
            </a:xfrm>
          </p:grpSpPr>
          <p:sp>
            <p:nvSpPr>
              <p:cNvPr id="144" name="Google Shape;14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6" name="Google Shape;14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7" name="Google Shape;14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8" name="Google Shape;148;p5"/>
            <p:cNvGrpSpPr/>
            <p:nvPr/>
          </p:nvGrpSpPr>
          <p:grpSpPr>
            <a:xfrm>
              <a:off x="461225" y="3989700"/>
              <a:ext cx="1480800" cy="370200"/>
              <a:chOff x="461225" y="3249175"/>
              <a:chExt cx="1480800" cy="370200"/>
            </a:xfrm>
          </p:grpSpPr>
          <p:sp>
            <p:nvSpPr>
              <p:cNvPr id="149" name="Google Shape;149;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2" name="Google Shape;152;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53" name="Google Shape;153;p5"/>
            <p:cNvGrpSpPr/>
            <p:nvPr/>
          </p:nvGrpSpPr>
          <p:grpSpPr>
            <a:xfrm>
              <a:off x="461225" y="4360025"/>
              <a:ext cx="1480800" cy="370200"/>
              <a:chOff x="461225" y="3249175"/>
              <a:chExt cx="1480800" cy="370200"/>
            </a:xfrm>
          </p:grpSpPr>
          <p:sp>
            <p:nvSpPr>
              <p:cNvPr id="154" name="Google Shape;154;p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5" name="Google Shape;155;p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6" name="Google Shape;156;p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7" name="Google Shape;157;p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158" name="Google Shape;158;p5"/>
          <p:cNvGrpSpPr/>
          <p:nvPr/>
        </p:nvGrpSpPr>
        <p:grpSpPr>
          <a:xfrm>
            <a:off x="1843925" y="-725"/>
            <a:ext cx="7300075" cy="5144088"/>
            <a:chOff x="1870575" y="-635"/>
            <a:chExt cx="7300075" cy="5174097"/>
          </a:xfrm>
        </p:grpSpPr>
        <p:sp>
          <p:nvSpPr>
            <p:cNvPr id="159" name="Google Shape;159;p5"/>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160" name="Google Shape;160;p5"/>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161" name="Google Shape;161;p5"/>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162" name="Google Shape;162;p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63" name="Google Shape;163;p5"/>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164" name="Google Shape;164;p5"/>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65" name="Google Shape;165;p5"/>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166" name="Shape 166"/>
        <p:cNvGrpSpPr/>
        <p:nvPr/>
      </p:nvGrpSpPr>
      <p:grpSpPr>
        <a:xfrm>
          <a:off x="0" y="0"/>
          <a:ext cx="0" cy="0"/>
          <a:chOff x="0" y="0"/>
          <a:chExt cx="0" cy="0"/>
        </a:xfrm>
      </p:grpSpPr>
      <p:sp>
        <p:nvSpPr>
          <p:cNvPr id="167" name="Google Shape;167;p6"/>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6"/>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9" name="Google Shape;169;p6"/>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0" name="Google Shape;170;p6"/>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6"/>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172" name="Google Shape;172;p6"/>
          <p:cNvSpPr/>
          <p:nvPr>
            <p:ph idx="2" type="pic"/>
          </p:nvPr>
        </p:nvSpPr>
        <p:spPr>
          <a:xfrm>
            <a:off x="225300" y="3132125"/>
            <a:ext cx="1849800" cy="1770300"/>
          </a:xfrm>
          <a:prstGeom prst="rect">
            <a:avLst/>
          </a:prstGeom>
          <a:noFill/>
          <a:ln>
            <a:noFill/>
          </a:ln>
        </p:spPr>
      </p:sp>
      <p:sp>
        <p:nvSpPr>
          <p:cNvPr id="173" name="Google Shape;173;p6"/>
          <p:cNvSpPr/>
          <p:nvPr>
            <p:ph idx="3" type="pic"/>
          </p:nvPr>
        </p:nvSpPr>
        <p:spPr>
          <a:xfrm>
            <a:off x="5262525" y="228600"/>
            <a:ext cx="1865100" cy="1790100"/>
          </a:xfrm>
          <a:prstGeom prst="rect">
            <a:avLst/>
          </a:prstGeom>
          <a:noFill/>
          <a:ln>
            <a:noFill/>
          </a:ln>
        </p:spPr>
      </p:sp>
      <p:sp>
        <p:nvSpPr>
          <p:cNvPr id="174" name="Google Shape;174;p6"/>
          <p:cNvSpPr/>
          <p:nvPr>
            <p:ph idx="4" type="pic"/>
          </p:nvPr>
        </p:nvSpPr>
        <p:spPr>
          <a:xfrm>
            <a:off x="7281675" y="228600"/>
            <a:ext cx="1849800" cy="1790100"/>
          </a:xfrm>
          <a:prstGeom prst="rect">
            <a:avLst/>
          </a:prstGeom>
          <a:noFill/>
          <a:ln>
            <a:noFill/>
          </a:ln>
        </p:spPr>
      </p:sp>
      <p:sp>
        <p:nvSpPr>
          <p:cNvPr id="175" name="Google Shape;175;p6"/>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6" name="Google Shape;176;p6"/>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177" name="Google Shape;177;p6"/>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178" name="Google Shape;178;p6"/>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179" name="Google Shape;179;p6"/>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180" name="Google Shape;180;p6"/>
          <p:cNvGrpSpPr/>
          <p:nvPr/>
        </p:nvGrpSpPr>
        <p:grpSpPr>
          <a:xfrm>
            <a:off x="4308382" y="2704009"/>
            <a:ext cx="4833127" cy="2437045"/>
            <a:chOff x="4308382" y="2704009"/>
            <a:chExt cx="4833127" cy="2437045"/>
          </a:xfrm>
        </p:grpSpPr>
        <p:sp>
          <p:nvSpPr>
            <p:cNvPr id="181" name="Google Shape;181;p6"/>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2" name="Google Shape;182;p6"/>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3" name="Google Shape;183;p6"/>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184" name="Shape 184"/>
        <p:cNvGrpSpPr/>
        <p:nvPr/>
      </p:nvGrpSpPr>
      <p:grpSpPr>
        <a:xfrm>
          <a:off x="0" y="0"/>
          <a:ext cx="0" cy="0"/>
          <a:chOff x="0" y="0"/>
          <a:chExt cx="0" cy="0"/>
        </a:xfrm>
      </p:grpSpPr>
      <p:sp>
        <p:nvSpPr>
          <p:cNvPr id="185" name="Google Shape;185;p7"/>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7"/>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7"/>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88" name="Google Shape;188;p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89" name="Google Shape;189;p7"/>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190" name="Google Shape;190;p7"/>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191" name="Google Shape;191;p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192" name="Shape 192"/>
        <p:cNvGrpSpPr/>
        <p:nvPr/>
      </p:nvGrpSpPr>
      <p:grpSpPr>
        <a:xfrm>
          <a:off x="0" y="0"/>
          <a:ext cx="0" cy="0"/>
          <a:chOff x="0" y="0"/>
          <a:chExt cx="0" cy="0"/>
        </a:xfrm>
      </p:grpSpPr>
      <p:sp>
        <p:nvSpPr>
          <p:cNvPr id="193" name="Google Shape;193;p8"/>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194" name="Google Shape;194;p8"/>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195" name="Google Shape;195;p8"/>
          <p:cNvGrpSpPr/>
          <p:nvPr/>
        </p:nvGrpSpPr>
        <p:grpSpPr>
          <a:xfrm>
            <a:off x="25" y="4625"/>
            <a:ext cx="2329791" cy="795413"/>
            <a:chOff x="21" y="-511"/>
            <a:chExt cx="2329791" cy="800617"/>
          </a:xfrm>
        </p:grpSpPr>
        <p:grpSp>
          <p:nvGrpSpPr>
            <p:cNvPr id="196" name="Google Shape;196;p8"/>
            <p:cNvGrpSpPr/>
            <p:nvPr/>
          </p:nvGrpSpPr>
          <p:grpSpPr>
            <a:xfrm flipH="1" rot="10800000">
              <a:off x="25" y="392516"/>
              <a:ext cx="1927788" cy="407590"/>
              <a:chOff x="537425" y="3249175"/>
              <a:chExt cx="1774800" cy="370200"/>
            </a:xfrm>
          </p:grpSpPr>
          <p:sp>
            <p:nvSpPr>
              <p:cNvPr id="197" name="Google Shape;197;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8" name="Google Shape;198;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9" name="Google Shape;199;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02" name="Google Shape;202;p8"/>
            <p:cNvGrpSpPr/>
            <p:nvPr/>
          </p:nvGrpSpPr>
          <p:grpSpPr>
            <a:xfrm flipH="1" rot="10800000">
              <a:off x="21" y="-511"/>
              <a:ext cx="1927788" cy="393115"/>
              <a:chOff x="537425" y="3249175"/>
              <a:chExt cx="1774800" cy="370200"/>
            </a:xfrm>
          </p:grpSpPr>
          <p:sp>
            <p:nvSpPr>
              <p:cNvPr id="203" name="Google Shape;203;p8"/>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4" name="Google Shape;204;p8"/>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5" name="Google Shape;205;p8"/>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6" name="Google Shape;206;p8"/>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7" name="Google Shape;207;p8"/>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8" name="Google Shape;208;p8"/>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09" name="Google Shape;209;p8"/>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10" name="Google Shape;210;p8"/>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1" name="Google Shape;211;p8"/>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2" name="Google Shape;212;p8"/>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13" name="Google Shape;213;p8"/>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14" name="Google Shape;214;p8"/>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15" name="Shape 215"/>
        <p:cNvGrpSpPr/>
        <p:nvPr/>
      </p:nvGrpSpPr>
      <p:grpSpPr>
        <a:xfrm>
          <a:off x="0" y="0"/>
          <a:ext cx="0" cy="0"/>
          <a:chOff x="0" y="0"/>
          <a:chExt cx="0" cy="0"/>
        </a:xfrm>
      </p:grpSpPr>
      <p:sp>
        <p:nvSpPr>
          <p:cNvPr id="216" name="Google Shape;216;p9"/>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7" name="Google Shape;217;p9"/>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8" name="Google Shape;218;p9"/>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19" name="Google Shape;219;p9"/>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20" name="Google Shape;220;p9"/>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21" name="Shape 221"/>
        <p:cNvGrpSpPr/>
        <p:nvPr/>
      </p:nvGrpSpPr>
      <p:grpSpPr>
        <a:xfrm>
          <a:off x="0" y="0"/>
          <a:ext cx="0" cy="0"/>
          <a:chOff x="0" y="0"/>
          <a:chExt cx="0" cy="0"/>
        </a:xfrm>
      </p:grpSpPr>
      <p:grpSp>
        <p:nvGrpSpPr>
          <p:cNvPr id="222" name="Google Shape;222;p10"/>
          <p:cNvGrpSpPr/>
          <p:nvPr/>
        </p:nvGrpSpPr>
        <p:grpSpPr>
          <a:xfrm flipH="1">
            <a:off x="3212200" y="0"/>
            <a:ext cx="1851000" cy="1225325"/>
            <a:chOff x="461225" y="3875100"/>
            <a:chExt cx="1851000" cy="1225325"/>
          </a:xfrm>
        </p:grpSpPr>
        <p:grpSp>
          <p:nvGrpSpPr>
            <p:cNvPr id="223" name="Google Shape;223;p10"/>
            <p:cNvGrpSpPr/>
            <p:nvPr/>
          </p:nvGrpSpPr>
          <p:grpSpPr>
            <a:xfrm>
              <a:off x="461225" y="3875100"/>
              <a:ext cx="1851000" cy="114600"/>
              <a:chOff x="461225" y="3504775"/>
              <a:chExt cx="1851000" cy="114600"/>
            </a:xfrm>
          </p:grpSpPr>
          <p:sp>
            <p:nvSpPr>
              <p:cNvPr id="224" name="Google Shape;224;p10"/>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5" name="Google Shape;225;p10"/>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6" name="Google Shape;226;p10"/>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7" name="Google Shape;227;p10"/>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28" name="Google Shape;228;p10"/>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29" name="Google Shape;229;p10"/>
            <p:cNvGrpSpPr/>
            <p:nvPr/>
          </p:nvGrpSpPr>
          <p:grpSpPr>
            <a:xfrm>
              <a:off x="461225" y="3989700"/>
              <a:ext cx="1480800" cy="1110725"/>
              <a:chOff x="461225" y="3249175"/>
              <a:chExt cx="1480800" cy="1110725"/>
            </a:xfrm>
          </p:grpSpPr>
          <p:sp>
            <p:nvSpPr>
              <p:cNvPr id="230" name="Google Shape;230;p10"/>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3" name="Google Shape;233;p10"/>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34" name="Google Shape;234;p10"/>
            <p:cNvGrpSpPr/>
            <p:nvPr/>
          </p:nvGrpSpPr>
          <p:grpSpPr>
            <a:xfrm>
              <a:off x="831425" y="4360025"/>
              <a:ext cx="1480800" cy="370200"/>
              <a:chOff x="831425" y="3249175"/>
              <a:chExt cx="1480800" cy="370200"/>
            </a:xfrm>
          </p:grpSpPr>
          <p:sp>
            <p:nvSpPr>
              <p:cNvPr id="235" name="Google Shape;235;p1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6" name="Google Shape;236;p1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7" name="Google Shape;237;p1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8" name="Google Shape;238;p1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39" name="Google Shape;239;p1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0" name="Google Shape;240;p10"/>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41" name="Google Shape;241;p1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42" name="Shape 242"/>
        <p:cNvGrpSpPr/>
        <p:nvPr/>
      </p:nvGrpSpPr>
      <p:grpSpPr>
        <a:xfrm>
          <a:off x="0" y="0"/>
          <a:ext cx="0" cy="0"/>
          <a:chOff x="0" y="0"/>
          <a:chExt cx="0" cy="0"/>
        </a:xfrm>
      </p:grpSpPr>
      <p:sp>
        <p:nvSpPr>
          <p:cNvPr id="243" name="Google Shape;243;p1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44" name="Google Shape;244;p11"/>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45" name="Google Shape;245;p11"/>
          <p:cNvGrpSpPr/>
          <p:nvPr/>
        </p:nvGrpSpPr>
        <p:grpSpPr>
          <a:xfrm flipH="1" rot="10800000">
            <a:off x="6179902" y="24"/>
            <a:ext cx="2963226" cy="1495659"/>
            <a:chOff x="4306084" y="2701610"/>
            <a:chExt cx="4837921" cy="2441893"/>
          </a:xfrm>
        </p:grpSpPr>
        <p:sp>
          <p:nvSpPr>
            <p:cNvPr id="246" name="Google Shape;246;p11"/>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7" name="Google Shape;247;p11"/>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48" name="Google Shape;248;p11"/>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49" name="Google Shape;249;p11"/>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11"/>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1" name="Google Shape;251;p11"/>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2" name="Google Shape;252;p11"/>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3" name="Google Shape;253;p11"/>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4" name="Google Shape;254;p11"/>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55" name="Google Shape;255;p11"/>
          <p:cNvGrpSpPr/>
          <p:nvPr/>
        </p:nvGrpSpPr>
        <p:grpSpPr>
          <a:xfrm>
            <a:off x="2674998" y="2923250"/>
            <a:ext cx="6470027" cy="2221724"/>
            <a:chOff x="2674998" y="2923250"/>
            <a:chExt cx="6470027" cy="2221724"/>
          </a:xfrm>
        </p:grpSpPr>
        <p:sp>
          <p:nvSpPr>
            <p:cNvPr id="256" name="Google Shape;256;p11"/>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257" name="Google Shape;257;p11"/>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258" name="Google Shape;258;p11"/>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259" name="Shape 259"/>
        <p:cNvGrpSpPr/>
        <p:nvPr/>
      </p:nvGrpSpPr>
      <p:grpSpPr>
        <a:xfrm>
          <a:off x="0" y="0"/>
          <a:ext cx="0" cy="0"/>
          <a:chOff x="0" y="0"/>
          <a:chExt cx="0" cy="0"/>
        </a:xfrm>
      </p:grpSpPr>
      <p:sp>
        <p:nvSpPr>
          <p:cNvPr id="260" name="Google Shape;260;p12"/>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61" name="Google Shape;261;p12"/>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262" name="Google Shape;262;p12"/>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263" name="Google Shape;263;p12"/>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264" name="Google Shape;264;p12"/>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5" name="Google Shape;265;p12"/>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6" name="Google Shape;266;p12"/>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7" name="Google Shape;267;p12"/>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8" name="Google Shape;268;p12"/>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69" name="Google Shape;269;p12"/>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270" name="Google Shape;270;p12"/>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71" name="Google Shape;271;p12"/>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72" name="Google Shape;272;p12"/>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3" name="Google Shape;273;p12"/>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274" name="Google Shape;274;p12"/>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275" name="Google Shape;275;p12"/>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276" name="Shape 276"/>
        <p:cNvGrpSpPr/>
        <p:nvPr/>
      </p:nvGrpSpPr>
      <p:grpSpPr>
        <a:xfrm>
          <a:off x="0" y="0"/>
          <a:ext cx="0" cy="0"/>
          <a:chOff x="0" y="0"/>
          <a:chExt cx="0" cy="0"/>
        </a:xfrm>
      </p:grpSpPr>
      <p:sp>
        <p:nvSpPr>
          <p:cNvPr id="277" name="Google Shape;277;p13"/>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78" name="Google Shape;278;p13"/>
          <p:cNvGrpSpPr/>
          <p:nvPr/>
        </p:nvGrpSpPr>
        <p:grpSpPr>
          <a:xfrm rot="-5400000">
            <a:off x="4030013" y="41713"/>
            <a:ext cx="1026300" cy="9201675"/>
            <a:chOff x="670045" y="-5692564"/>
            <a:chExt cx="1026300" cy="9201675"/>
          </a:xfrm>
        </p:grpSpPr>
        <p:sp>
          <p:nvSpPr>
            <p:cNvPr id="279" name="Google Shape;279;p13"/>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280" name="Google Shape;280;p13"/>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281" name="Google Shape;281;p13"/>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282" name="Google Shape;282;p13"/>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3" name="Google Shape;283;p13"/>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284" name="Google Shape;284;p13"/>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13"/>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286" name="Google Shape;286;p13"/>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287" name="Google Shape;287;p13"/>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288" name="Shape 288"/>
        <p:cNvGrpSpPr/>
        <p:nvPr/>
      </p:nvGrpSpPr>
      <p:grpSpPr>
        <a:xfrm>
          <a:off x="0" y="0"/>
          <a:ext cx="0" cy="0"/>
          <a:chOff x="0" y="0"/>
          <a:chExt cx="0" cy="0"/>
        </a:xfrm>
      </p:grpSpPr>
      <p:sp>
        <p:nvSpPr>
          <p:cNvPr id="289" name="Google Shape;289;p14"/>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0" name="Google Shape;290;p14"/>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291" name="Google Shape;291;p14"/>
          <p:cNvGrpSpPr/>
          <p:nvPr/>
        </p:nvGrpSpPr>
        <p:grpSpPr>
          <a:xfrm rot="10800000">
            <a:off x="9" y="0"/>
            <a:ext cx="1889320" cy="1499480"/>
            <a:chOff x="461225" y="3249175"/>
            <a:chExt cx="1399496" cy="1110726"/>
          </a:xfrm>
        </p:grpSpPr>
        <p:grpSp>
          <p:nvGrpSpPr>
            <p:cNvPr id="292" name="Google Shape;292;p14"/>
            <p:cNvGrpSpPr/>
            <p:nvPr/>
          </p:nvGrpSpPr>
          <p:grpSpPr>
            <a:xfrm>
              <a:off x="461225" y="3249175"/>
              <a:ext cx="1399496" cy="370204"/>
              <a:chOff x="461225" y="3249175"/>
              <a:chExt cx="1399496" cy="370204"/>
            </a:xfrm>
          </p:grpSpPr>
          <p:sp>
            <p:nvSpPr>
              <p:cNvPr id="293" name="Google Shape;29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4" name="Google Shape;29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5" name="Google Shape;29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6" name="Google Shape;296;p14"/>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97" name="Google Shape;297;p14"/>
            <p:cNvGrpSpPr/>
            <p:nvPr/>
          </p:nvGrpSpPr>
          <p:grpSpPr>
            <a:xfrm>
              <a:off x="461225" y="3619500"/>
              <a:ext cx="1399496" cy="370202"/>
              <a:chOff x="461225" y="3249175"/>
              <a:chExt cx="1399496" cy="370202"/>
            </a:xfrm>
          </p:grpSpPr>
          <p:sp>
            <p:nvSpPr>
              <p:cNvPr id="298" name="Google Shape;298;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99" name="Google Shape;299;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0" name="Google Shape;300;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1" name="Google Shape;301;p14"/>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02" name="Google Shape;302;p14"/>
            <p:cNvGrpSpPr/>
            <p:nvPr/>
          </p:nvGrpSpPr>
          <p:grpSpPr>
            <a:xfrm>
              <a:off x="461225" y="3989700"/>
              <a:ext cx="1399496" cy="370201"/>
              <a:chOff x="461225" y="3249175"/>
              <a:chExt cx="1399496" cy="370201"/>
            </a:xfrm>
          </p:grpSpPr>
          <p:sp>
            <p:nvSpPr>
              <p:cNvPr id="303" name="Google Shape;303;p1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4" name="Google Shape;304;p1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5" name="Google Shape;305;p1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06" name="Google Shape;306;p14"/>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07" name="Google Shape;307;p14"/>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08" name="Google Shape;308;p14"/>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09" name="Google Shape;309;p14"/>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14"/>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11" name="Google Shape;311;p14"/>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2" name="Google Shape;312;p14"/>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13" name="Shape 313"/>
        <p:cNvGrpSpPr/>
        <p:nvPr/>
      </p:nvGrpSpPr>
      <p:grpSpPr>
        <a:xfrm>
          <a:off x="0" y="0"/>
          <a:ext cx="0" cy="0"/>
          <a:chOff x="0" y="0"/>
          <a:chExt cx="0" cy="0"/>
        </a:xfrm>
      </p:grpSpPr>
      <p:sp>
        <p:nvSpPr>
          <p:cNvPr id="314" name="Google Shape;314;p15"/>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15" name="Google Shape;315;p1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15"/>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18" name="Shape 318"/>
        <p:cNvGrpSpPr/>
        <p:nvPr/>
      </p:nvGrpSpPr>
      <p:grpSpPr>
        <a:xfrm>
          <a:off x="0" y="0"/>
          <a:ext cx="0" cy="0"/>
          <a:chOff x="0" y="0"/>
          <a:chExt cx="0" cy="0"/>
        </a:xfrm>
      </p:grpSpPr>
      <p:sp>
        <p:nvSpPr>
          <p:cNvPr id="319" name="Google Shape;319;p16"/>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0" name="Google Shape;320;p16"/>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21" name="Google Shape;321;p16"/>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2" name="Google Shape;322;p16"/>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3" name="Google Shape;323;p16"/>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24" name="Google Shape;324;p16"/>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5" name="Google Shape;325;p16"/>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26" name="Google Shape;326;p1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27" name="Google Shape;327;p16"/>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8" name="Google Shape;328;p16"/>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29" name="Google Shape;329;p16"/>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0" name="Google Shape;330;p16"/>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31" name="Google Shape;331;p16"/>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2" name="Google Shape;332;p16"/>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3" name="Google Shape;333;p16"/>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4" name="Google Shape;334;p16"/>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5" name="Google Shape;335;p16"/>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6" name="Google Shape;336;p16"/>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7" name="Google Shape;337;p16"/>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38" name="Google Shape;338;p16"/>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39" name="Google Shape;339;p16"/>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40" name="Shape 340"/>
        <p:cNvGrpSpPr/>
        <p:nvPr/>
      </p:nvGrpSpPr>
      <p:grpSpPr>
        <a:xfrm>
          <a:off x="0" y="0"/>
          <a:ext cx="0" cy="0"/>
          <a:chOff x="0" y="0"/>
          <a:chExt cx="0" cy="0"/>
        </a:xfrm>
      </p:grpSpPr>
      <p:sp>
        <p:nvSpPr>
          <p:cNvPr id="341" name="Google Shape;341;p17"/>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42" name="Google Shape;342;p17"/>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3" name="Google Shape;343;p17"/>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4" name="Google Shape;344;p17"/>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45" name="Google Shape;345;p17"/>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46" name="Google Shape;346;p17"/>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7" name="Google Shape;347;p17"/>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8" name="Google Shape;348;p17"/>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49" name="Google Shape;349;p17"/>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17"/>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17"/>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52" name="Google Shape;352;p17"/>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3" name="Google Shape;353;p17"/>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54" name="Google Shape;354;p17"/>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5" name="Google Shape;355;p17"/>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6" name="Google Shape;356;p17"/>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7" name="Google Shape;357;p17"/>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8" name="Google Shape;358;p17"/>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59" name="Google Shape;359;p17"/>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0" name="Google Shape;360;p17"/>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61" name="Google Shape;361;p17"/>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362" name="Shape 362"/>
        <p:cNvGrpSpPr/>
        <p:nvPr/>
      </p:nvGrpSpPr>
      <p:grpSpPr>
        <a:xfrm>
          <a:off x="0" y="0"/>
          <a:ext cx="0" cy="0"/>
          <a:chOff x="0" y="0"/>
          <a:chExt cx="0" cy="0"/>
        </a:xfrm>
      </p:grpSpPr>
      <p:sp>
        <p:nvSpPr>
          <p:cNvPr id="363" name="Google Shape;363;p18"/>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4" name="Google Shape;364;p18"/>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5" name="Google Shape;365;p18"/>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66" name="Google Shape;366;p18"/>
          <p:cNvGrpSpPr/>
          <p:nvPr/>
        </p:nvGrpSpPr>
        <p:grpSpPr>
          <a:xfrm flipH="1">
            <a:off x="7293000" y="0"/>
            <a:ext cx="1851000" cy="1225325"/>
            <a:chOff x="461225" y="3875100"/>
            <a:chExt cx="1851000" cy="1225325"/>
          </a:xfrm>
        </p:grpSpPr>
        <p:grpSp>
          <p:nvGrpSpPr>
            <p:cNvPr id="367" name="Google Shape;367;p18"/>
            <p:cNvGrpSpPr/>
            <p:nvPr/>
          </p:nvGrpSpPr>
          <p:grpSpPr>
            <a:xfrm>
              <a:off x="461225" y="3875100"/>
              <a:ext cx="1851000" cy="114600"/>
              <a:chOff x="461225" y="3504775"/>
              <a:chExt cx="1851000" cy="114600"/>
            </a:xfrm>
          </p:grpSpPr>
          <p:sp>
            <p:nvSpPr>
              <p:cNvPr id="368" name="Google Shape;368;p18"/>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9" name="Google Shape;369;p18"/>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0" name="Google Shape;370;p18"/>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1" name="Google Shape;371;p18"/>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2" name="Google Shape;372;p18"/>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3" name="Google Shape;373;p18"/>
            <p:cNvGrpSpPr/>
            <p:nvPr/>
          </p:nvGrpSpPr>
          <p:grpSpPr>
            <a:xfrm>
              <a:off x="461225" y="3989700"/>
              <a:ext cx="1480800" cy="1110725"/>
              <a:chOff x="461225" y="3249175"/>
              <a:chExt cx="1480800" cy="1110725"/>
            </a:xfrm>
          </p:grpSpPr>
          <p:sp>
            <p:nvSpPr>
              <p:cNvPr id="374" name="Google Shape;374;p1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5" name="Google Shape;375;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6" name="Google Shape;376;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7" name="Google Shape;377;p18"/>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78" name="Google Shape;378;p18"/>
            <p:cNvGrpSpPr/>
            <p:nvPr/>
          </p:nvGrpSpPr>
          <p:grpSpPr>
            <a:xfrm>
              <a:off x="831425" y="4360025"/>
              <a:ext cx="1480800" cy="370200"/>
              <a:chOff x="831425" y="3249175"/>
              <a:chExt cx="1480800" cy="370200"/>
            </a:xfrm>
          </p:grpSpPr>
          <p:sp>
            <p:nvSpPr>
              <p:cNvPr id="379" name="Google Shape;379;p1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0" name="Google Shape;380;p1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1" name="Google Shape;381;p1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82" name="Google Shape;382;p1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83" name="Google Shape;383;p18"/>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4" name="Google Shape;384;p18"/>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385" name="Google Shape;385;p18"/>
          <p:cNvSpPr/>
          <p:nvPr>
            <p:ph idx="3" type="pic"/>
          </p:nvPr>
        </p:nvSpPr>
        <p:spPr>
          <a:xfrm>
            <a:off x="227225" y="1832375"/>
            <a:ext cx="821100" cy="785400"/>
          </a:xfrm>
          <a:prstGeom prst="rect">
            <a:avLst/>
          </a:prstGeom>
          <a:noFill/>
          <a:ln>
            <a:noFill/>
          </a:ln>
        </p:spPr>
      </p:sp>
      <p:sp>
        <p:nvSpPr>
          <p:cNvPr id="386" name="Google Shape;386;p18"/>
          <p:cNvSpPr/>
          <p:nvPr>
            <p:ph idx="4" type="pic"/>
          </p:nvPr>
        </p:nvSpPr>
        <p:spPr>
          <a:xfrm>
            <a:off x="227225" y="2672425"/>
            <a:ext cx="821100" cy="785400"/>
          </a:xfrm>
          <a:prstGeom prst="rect">
            <a:avLst/>
          </a:prstGeom>
          <a:noFill/>
          <a:ln>
            <a:noFill/>
          </a:ln>
        </p:spPr>
      </p:sp>
      <p:sp>
        <p:nvSpPr>
          <p:cNvPr id="387" name="Google Shape;387;p18"/>
          <p:cNvSpPr/>
          <p:nvPr>
            <p:ph idx="5" type="pic"/>
          </p:nvPr>
        </p:nvSpPr>
        <p:spPr>
          <a:xfrm>
            <a:off x="227225" y="3512475"/>
            <a:ext cx="821100" cy="785400"/>
          </a:xfrm>
          <a:prstGeom prst="rect">
            <a:avLst/>
          </a:prstGeom>
          <a:noFill/>
          <a:ln>
            <a:noFill/>
          </a:ln>
        </p:spPr>
      </p:sp>
      <p:sp>
        <p:nvSpPr>
          <p:cNvPr id="388" name="Google Shape;388;p18"/>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89" name="Google Shape;389;p18"/>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0" name="Google Shape;390;p18"/>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391" name="Google Shape;391;p18"/>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392" name="Google Shape;392;p18"/>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3" name="Google Shape;393;p18"/>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394" name="Google Shape;394;p18"/>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5" name="Google Shape;395;p18"/>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396" name="Google Shape;396;p18"/>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397" name="Shape 397"/>
        <p:cNvGrpSpPr/>
        <p:nvPr/>
      </p:nvGrpSpPr>
      <p:grpSpPr>
        <a:xfrm>
          <a:off x="0" y="0"/>
          <a:ext cx="0" cy="0"/>
          <a:chOff x="0" y="0"/>
          <a:chExt cx="0" cy="0"/>
        </a:xfrm>
      </p:grpSpPr>
      <p:sp>
        <p:nvSpPr>
          <p:cNvPr id="398" name="Google Shape;398;p19"/>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399" name="Google Shape;399;p19"/>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0" name="Google Shape;400;p19"/>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1" name="Google Shape;401;p19"/>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02" name="Google Shape;402;p19"/>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3" name="Google Shape;403;p19"/>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04" name="Google Shape;404;p19"/>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05" name="Google Shape;405;p19"/>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6" name="Google Shape;406;p19"/>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07" name="Google Shape;407;p19"/>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8" name="Google Shape;408;p19"/>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09" name="Google Shape;409;p19"/>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10" name="Google Shape;410;p19"/>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1" name="Google Shape;411;p19"/>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2" name="Google Shape;412;p19"/>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13" name="Google Shape;413;p19"/>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14" name="Google Shape;414;p19"/>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15" name="Google Shape;415;p19"/>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16" name="Shape 416"/>
        <p:cNvGrpSpPr/>
        <p:nvPr/>
      </p:nvGrpSpPr>
      <p:grpSpPr>
        <a:xfrm>
          <a:off x="0" y="0"/>
          <a:ext cx="0" cy="0"/>
          <a:chOff x="0" y="0"/>
          <a:chExt cx="0" cy="0"/>
        </a:xfrm>
      </p:grpSpPr>
      <p:sp>
        <p:nvSpPr>
          <p:cNvPr id="417" name="Google Shape;417;p20"/>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18" name="Google Shape;418;p20"/>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19" name="Google Shape;419;p20"/>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20" name="Google Shape;420;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21" name="Google Shape;421;p20"/>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2" name="Google Shape;422;p20"/>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3" name="Google Shape;423;p20"/>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4" name="Google Shape;424;p20"/>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5" name="Google Shape;425;p20"/>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26" name="Google Shape;426;p20"/>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7" name="Google Shape;427;p20"/>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8" name="Google Shape;428;p20"/>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29" name="Google Shape;429;p20"/>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30" name="Google Shape;430;p20"/>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31" name="Google Shape;431;p20"/>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32" name="Shape 432"/>
        <p:cNvGrpSpPr/>
        <p:nvPr/>
      </p:nvGrpSpPr>
      <p:grpSpPr>
        <a:xfrm>
          <a:off x="0" y="0"/>
          <a:ext cx="0" cy="0"/>
          <a:chOff x="0" y="0"/>
          <a:chExt cx="0" cy="0"/>
        </a:xfrm>
      </p:grpSpPr>
      <p:grpSp>
        <p:nvGrpSpPr>
          <p:cNvPr id="433" name="Google Shape;433;p21"/>
          <p:cNvGrpSpPr/>
          <p:nvPr/>
        </p:nvGrpSpPr>
        <p:grpSpPr>
          <a:xfrm flipH="1">
            <a:off x="3199575" y="156175"/>
            <a:ext cx="1851000" cy="1225325"/>
            <a:chOff x="461225" y="3875100"/>
            <a:chExt cx="1851000" cy="1225325"/>
          </a:xfrm>
        </p:grpSpPr>
        <p:grpSp>
          <p:nvGrpSpPr>
            <p:cNvPr id="434" name="Google Shape;434;p21"/>
            <p:cNvGrpSpPr/>
            <p:nvPr/>
          </p:nvGrpSpPr>
          <p:grpSpPr>
            <a:xfrm>
              <a:off x="461225" y="3875100"/>
              <a:ext cx="1851000" cy="114600"/>
              <a:chOff x="461225" y="3504775"/>
              <a:chExt cx="1851000" cy="114600"/>
            </a:xfrm>
          </p:grpSpPr>
          <p:sp>
            <p:nvSpPr>
              <p:cNvPr id="435" name="Google Shape;435;p21"/>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6" name="Google Shape;436;p21"/>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7" name="Google Shape;437;p21"/>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8" name="Google Shape;438;p21"/>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39" name="Google Shape;439;p21"/>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0" name="Google Shape;440;p21"/>
            <p:cNvGrpSpPr/>
            <p:nvPr/>
          </p:nvGrpSpPr>
          <p:grpSpPr>
            <a:xfrm>
              <a:off x="461225" y="3989700"/>
              <a:ext cx="1480800" cy="1110725"/>
              <a:chOff x="461225" y="3249175"/>
              <a:chExt cx="1480800" cy="1110725"/>
            </a:xfrm>
          </p:grpSpPr>
          <p:sp>
            <p:nvSpPr>
              <p:cNvPr id="441" name="Google Shape;441;p21"/>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2" name="Google Shape;442;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3" name="Google Shape;443;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4" name="Google Shape;444;p21"/>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45" name="Google Shape;445;p21"/>
            <p:cNvGrpSpPr/>
            <p:nvPr/>
          </p:nvGrpSpPr>
          <p:grpSpPr>
            <a:xfrm>
              <a:off x="831425" y="4360025"/>
              <a:ext cx="1480800" cy="370200"/>
              <a:chOff x="831425" y="3249175"/>
              <a:chExt cx="1480800" cy="370200"/>
            </a:xfrm>
          </p:grpSpPr>
          <p:sp>
            <p:nvSpPr>
              <p:cNvPr id="446" name="Google Shape;446;p21"/>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7" name="Google Shape;447;p21"/>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8" name="Google Shape;448;p21"/>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49" name="Google Shape;449;p21"/>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50" name="Google Shape;450;p21"/>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51" name="Google Shape;451;p21"/>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52" name="Google Shape;452;p21"/>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53" name="Google Shape;453;p21"/>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54" name="Google Shape;454;p21"/>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55" name="Google Shape;455;p21"/>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456" name="Google Shape;456;p21"/>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457" name="Shape 457"/>
        <p:cNvGrpSpPr/>
        <p:nvPr/>
      </p:nvGrpSpPr>
      <p:grpSpPr>
        <a:xfrm>
          <a:off x="0" y="0"/>
          <a:ext cx="0" cy="0"/>
          <a:chOff x="0" y="0"/>
          <a:chExt cx="0" cy="0"/>
        </a:xfrm>
      </p:grpSpPr>
      <p:grpSp>
        <p:nvGrpSpPr>
          <p:cNvPr id="458" name="Google Shape;458;p22"/>
          <p:cNvGrpSpPr/>
          <p:nvPr/>
        </p:nvGrpSpPr>
        <p:grpSpPr>
          <a:xfrm flipH="1">
            <a:off x="3199575" y="156175"/>
            <a:ext cx="1851000" cy="1225325"/>
            <a:chOff x="461225" y="3875100"/>
            <a:chExt cx="1851000" cy="1225325"/>
          </a:xfrm>
        </p:grpSpPr>
        <p:grpSp>
          <p:nvGrpSpPr>
            <p:cNvPr id="459" name="Google Shape;459;p22"/>
            <p:cNvGrpSpPr/>
            <p:nvPr/>
          </p:nvGrpSpPr>
          <p:grpSpPr>
            <a:xfrm>
              <a:off x="461225" y="3875100"/>
              <a:ext cx="1851000" cy="114600"/>
              <a:chOff x="461225" y="3504775"/>
              <a:chExt cx="1851000" cy="114600"/>
            </a:xfrm>
          </p:grpSpPr>
          <p:sp>
            <p:nvSpPr>
              <p:cNvPr id="460" name="Google Shape;460;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1" name="Google Shape;461;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2" name="Google Shape;462;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3" name="Google Shape;463;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4" name="Google Shape;464;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65" name="Google Shape;465;p22"/>
            <p:cNvGrpSpPr/>
            <p:nvPr/>
          </p:nvGrpSpPr>
          <p:grpSpPr>
            <a:xfrm>
              <a:off x="461225" y="3989700"/>
              <a:ext cx="1480800" cy="1110725"/>
              <a:chOff x="461225" y="3249175"/>
              <a:chExt cx="1480800" cy="1110725"/>
            </a:xfrm>
          </p:grpSpPr>
          <p:sp>
            <p:nvSpPr>
              <p:cNvPr id="466" name="Google Shape;466;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7" name="Google Shape;467;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8" name="Google Shape;468;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69" name="Google Shape;469;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70" name="Google Shape;470;p22"/>
            <p:cNvGrpSpPr/>
            <p:nvPr/>
          </p:nvGrpSpPr>
          <p:grpSpPr>
            <a:xfrm>
              <a:off x="831425" y="4360025"/>
              <a:ext cx="1480800" cy="370200"/>
              <a:chOff x="831425" y="3249175"/>
              <a:chExt cx="1480800" cy="370200"/>
            </a:xfrm>
          </p:grpSpPr>
          <p:sp>
            <p:nvSpPr>
              <p:cNvPr id="471" name="Google Shape;471;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2" name="Google Shape;472;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3" name="Google Shape;473;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74" name="Google Shape;474;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75" name="Google Shape;475;p22"/>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6" name="Google Shape;476;p22"/>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77" name="Google Shape;477;p22"/>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478" name="Google Shape;478;p22"/>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479" name="Google Shape;479;p22"/>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0" name="Google Shape;480;p22"/>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481" name="Google Shape;481;p22"/>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482" name="Google Shape;482;p22"/>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3" name="Google Shape;483;p22"/>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4" name="Google Shape;484;p22"/>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5" name="Google Shape;485;p22"/>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6" name="Google Shape;486;p22"/>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7" name="Google Shape;487;p22"/>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88" name="Google Shape;488;p22"/>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89" name="Google Shape;489;p22"/>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0" name="Google Shape;490;p22"/>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1" name="Google Shape;491;p22"/>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492" name="Google Shape;492;p22"/>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3" name="Google Shape;493;p2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494" name="Shape 494"/>
        <p:cNvGrpSpPr/>
        <p:nvPr/>
      </p:nvGrpSpPr>
      <p:grpSpPr>
        <a:xfrm>
          <a:off x="0" y="0"/>
          <a:ext cx="0" cy="0"/>
          <a:chOff x="0" y="0"/>
          <a:chExt cx="0" cy="0"/>
        </a:xfrm>
      </p:grpSpPr>
      <p:grpSp>
        <p:nvGrpSpPr>
          <p:cNvPr id="495" name="Google Shape;495;p23"/>
          <p:cNvGrpSpPr/>
          <p:nvPr/>
        </p:nvGrpSpPr>
        <p:grpSpPr>
          <a:xfrm>
            <a:off x="115026" y="364"/>
            <a:ext cx="5125634" cy="5143564"/>
            <a:chOff x="312900" y="2788524"/>
            <a:chExt cx="2221197" cy="1994480"/>
          </a:xfrm>
        </p:grpSpPr>
        <p:grpSp>
          <p:nvGrpSpPr>
            <p:cNvPr id="496" name="Google Shape;496;p23"/>
            <p:cNvGrpSpPr/>
            <p:nvPr/>
          </p:nvGrpSpPr>
          <p:grpSpPr>
            <a:xfrm>
              <a:off x="312900" y="2788524"/>
              <a:ext cx="1851000" cy="1994480"/>
              <a:chOff x="461225" y="3244074"/>
              <a:chExt cx="1851000" cy="1994480"/>
            </a:xfrm>
          </p:grpSpPr>
          <p:grpSp>
            <p:nvGrpSpPr>
              <p:cNvPr id="497" name="Google Shape;497;p23"/>
              <p:cNvGrpSpPr/>
              <p:nvPr/>
            </p:nvGrpSpPr>
            <p:grpSpPr>
              <a:xfrm>
                <a:off x="461229" y="3244074"/>
                <a:ext cx="1850992" cy="1994480"/>
                <a:chOff x="461229" y="3244074"/>
                <a:chExt cx="1850992" cy="1994480"/>
              </a:xfrm>
            </p:grpSpPr>
            <p:sp>
              <p:nvSpPr>
                <p:cNvPr id="498" name="Google Shape;498;p23"/>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9" name="Google Shape;499;p23"/>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0" name="Google Shape;500;p23"/>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1" name="Google Shape;501;p23"/>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2" name="Google Shape;502;p23"/>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3" name="Google Shape;503;p23"/>
              <p:cNvGrpSpPr/>
              <p:nvPr/>
            </p:nvGrpSpPr>
            <p:grpSpPr>
              <a:xfrm>
                <a:off x="461225" y="3619500"/>
                <a:ext cx="1851000" cy="370200"/>
                <a:chOff x="461225" y="3249175"/>
                <a:chExt cx="1851000" cy="370200"/>
              </a:xfrm>
            </p:grpSpPr>
            <p:sp>
              <p:nvSpPr>
                <p:cNvPr id="504" name="Google Shape;50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5" name="Google Shape;50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09" name="Google Shape;509;p23"/>
              <p:cNvGrpSpPr/>
              <p:nvPr/>
            </p:nvGrpSpPr>
            <p:grpSpPr>
              <a:xfrm>
                <a:off x="461225" y="3989700"/>
                <a:ext cx="1851000" cy="1110726"/>
                <a:chOff x="461225" y="3249175"/>
                <a:chExt cx="1851000" cy="1110726"/>
              </a:xfrm>
            </p:grpSpPr>
            <p:sp>
              <p:nvSpPr>
                <p:cNvPr id="510" name="Google Shape;510;p23"/>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1" name="Google Shape;51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23"/>
              <p:cNvGrpSpPr/>
              <p:nvPr/>
            </p:nvGrpSpPr>
            <p:grpSpPr>
              <a:xfrm>
                <a:off x="461225" y="4360025"/>
                <a:ext cx="1851000" cy="370200"/>
                <a:chOff x="461225" y="3249175"/>
                <a:chExt cx="1851000" cy="370200"/>
              </a:xfrm>
            </p:grpSpPr>
            <p:sp>
              <p:nvSpPr>
                <p:cNvPr id="516" name="Google Shape;51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23"/>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1" name="Google Shape;521;p23"/>
          <p:cNvGrpSpPr/>
          <p:nvPr/>
        </p:nvGrpSpPr>
        <p:grpSpPr>
          <a:xfrm flipH="1" rot="5400000">
            <a:off x="7145338" y="3274875"/>
            <a:ext cx="2221200" cy="1481050"/>
            <a:chOff x="312900" y="2793625"/>
            <a:chExt cx="2221200" cy="1481050"/>
          </a:xfrm>
        </p:grpSpPr>
        <p:grpSp>
          <p:nvGrpSpPr>
            <p:cNvPr id="522" name="Google Shape;522;p23"/>
            <p:cNvGrpSpPr/>
            <p:nvPr/>
          </p:nvGrpSpPr>
          <p:grpSpPr>
            <a:xfrm>
              <a:off x="312900" y="2793625"/>
              <a:ext cx="1851000" cy="1481050"/>
              <a:chOff x="461225" y="3249175"/>
              <a:chExt cx="1851000" cy="1481050"/>
            </a:xfrm>
          </p:grpSpPr>
          <p:grpSp>
            <p:nvGrpSpPr>
              <p:cNvPr id="523" name="Google Shape;523;p23"/>
              <p:cNvGrpSpPr/>
              <p:nvPr/>
            </p:nvGrpSpPr>
            <p:grpSpPr>
              <a:xfrm>
                <a:off x="461225" y="3249175"/>
                <a:ext cx="1851000" cy="370200"/>
                <a:chOff x="461225" y="3249175"/>
                <a:chExt cx="1851000" cy="370200"/>
              </a:xfrm>
            </p:grpSpPr>
            <p:sp>
              <p:nvSpPr>
                <p:cNvPr id="524" name="Google Shape;524;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5" name="Google Shape;525;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6" name="Google Shape;526;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7" name="Google Shape;527;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28" name="Google Shape;528;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29" name="Google Shape;529;p23"/>
              <p:cNvGrpSpPr/>
              <p:nvPr/>
            </p:nvGrpSpPr>
            <p:grpSpPr>
              <a:xfrm>
                <a:off x="461225" y="3619500"/>
                <a:ext cx="1851000" cy="370200"/>
                <a:chOff x="461225" y="3249175"/>
                <a:chExt cx="1851000" cy="370200"/>
              </a:xfrm>
            </p:grpSpPr>
            <p:sp>
              <p:nvSpPr>
                <p:cNvPr id="530" name="Google Shape;530;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1" name="Google Shape;531;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2" name="Google Shape;532;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3" name="Google Shape;533;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4" name="Google Shape;534;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35" name="Google Shape;535;p23"/>
              <p:cNvGrpSpPr/>
              <p:nvPr/>
            </p:nvGrpSpPr>
            <p:grpSpPr>
              <a:xfrm>
                <a:off x="461225" y="3989700"/>
                <a:ext cx="1851000" cy="370200"/>
                <a:chOff x="461225" y="3249175"/>
                <a:chExt cx="1851000" cy="370200"/>
              </a:xfrm>
            </p:grpSpPr>
            <p:sp>
              <p:nvSpPr>
                <p:cNvPr id="536" name="Google Shape;536;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7" name="Google Shape;537;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8" name="Google Shape;538;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39" name="Google Shape;539;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0" name="Google Shape;540;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1" name="Google Shape;541;p23"/>
              <p:cNvGrpSpPr/>
              <p:nvPr/>
            </p:nvGrpSpPr>
            <p:grpSpPr>
              <a:xfrm>
                <a:off x="461225" y="4360025"/>
                <a:ext cx="1851000" cy="370200"/>
                <a:chOff x="461225" y="3249175"/>
                <a:chExt cx="1851000" cy="370200"/>
              </a:xfrm>
            </p:grpSpPr>
            <p:sp>
              <p:nvSpPr>
                <p:cNvPr id="542" name="Google Shape;542;p2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3" name="Google Shape;543;p2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2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2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2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47" name="Google Shape;547;p23"/>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48" name="Google Shape;548;p23"/>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9" name="Google Shape;549;p23"/>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23"/>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1" name="Google Shape;551;p23"/>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2" name="Google Shape;552;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53" name="Google Shape;553;p23"/>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54" name="Google Shape;554;p23"/>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5" name="Google Shape;555;p23"/>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6" name="Google Shape;556;p23"/>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7" name="Google Shape;557;p23"/>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58" name="Google Shape;558;p23"/>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59" name="Google Shape;559;p23"/>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0" name="Google Shape;560;p23"/>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1" name="Google Shape;561;p23"/>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2" name="Google Shape;562;p23"/>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63" name="Google Shape;563;p23"/>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64" name="Google Shape;564;p23"/>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565" name="Shape 565"/>
        <p:cNvGrpSpPr/>
        <p:nvPr/>
      </p:nvGrpSpPr>
      <p:grpSpPr>
        <a:xfrm>
          <a:off x="0" y="0"/>
          <a:ext cx="0" cy="0"/>
          <a:chOff x="0" y="0"/>
          <a:chExt cx="0" cy="0"/>
        </a:xfrm>
      </p:grpSpPr>
      <p:sp>
        <p:nvSpPr>
          <p:cNvPr id="566" name="Google Shape;566;p24"/>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7" name="Google Shape;567;p24"/>
          <p:cNvSpPr/>
          <p:nvPr>
            <p:ph idx="2" type="pic"/>
          </p:nvPr>
        </p:nvSpPr>
        <p:spPr>
          <a:xfrm>
            <a:off x="6702600" y="-16150"/>
            <a:ext cx="2441400" cy="2574600"/>
          </a:xfrm>
          <a:prstGeom prst="rect">
            <a:avLst/>
          </a:prstGeom>
          <a:noFill/>
          <a:ln>
            <a:noFill/>
          </a:ln>
        </p:spPr>
      </p:sp>
      <p:sp>
        <p:nvSpPr>
          <p:cNvPr id="568" name="Google Shape;568;p24"/>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569" name="Google Shape;569;p24"/>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570" name="Google Shape;570;p24"/>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1" name="Google Shape;571;p24"/>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2" name="Google Shape;572;p24"/>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3" name="Google Shape;573;p24"/>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574" name="Google Shape;574;p2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575" name="Google Shape;575;p24"/>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576" name="Google Shape;576;p24"/>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577" name="Google Shape;577;p24"/>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8" name="Google Shape;578;p24"/>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79" name="Google Shape;579;p24"/>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0" name="Google Shape;580;p24"/>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1" name="Google Shape;581;p24"/>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2" name="Google Shape;582;p24"/>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83" name="Google Shape;583;p24"/>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584" name="Shape 584"/>
        <p:cNvGrpSpPr/>
        <p:nvPr/>
      </p:nvGrpSpPr>
      <p:grpSpPr>
        <a:xfrm>
          <a:off x="0" y="0"/>
          <a:ext cx="0" cy="0"/>
          <a:chOff x="0" y="0"/>
          <a:chExt cx="0" cy="0"/>
        </a:xfrm>
      </p:grpSpPr>
      <p:sp>
        <p:nvSpPr>
          <p:cNvPr id="585" name="Google Shape;585;p25"/>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6" name="Google Shape;586;p25"/>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87" name="Google Shape;587;p25"/>
          <p:cNvSpPr/>
          <p:nvPr>
            <p:ph idx="2" type="pic"/>
          </p:nvPr>
        </p:nvSpPr>
        <p:spPr>
          <a:xfrm>
            <a:off x="5457500" y="0"/>
            <a:ext cx="3686400" cy="5143500"/>
          </a:xfrm>
          <a:prstGeom prst="rect">
            <a:avLst/>
          </a:prstGeom>
          <a:noFill/>
          <a:ln>
            <a:noFill/>
          </a:ln>
        </p:spPr>
      </p:sp>
      <p:sp>
        <p:nvSpPr>
          <p:cNvPr id="588" name="Google Shape;588;p25"/>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589" name="Google Shape;589;p25"/>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590" name="Google Shape;590;p2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1" name="Google Shape;591;p25"/>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2" name="Google Shape;592;p25"/>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593" name="Shape 593"/>
        <p:cNvGrpSpPr/>
        <p:nvPr/>
      </p:nvGrpSpPr>
      <p:grpSpPr>
        <a:xfrm>
          <a:off x="0" y="0"/>
          <a:ext cx="0" cy="0"/>
          <a:chOff x="0" y="0"/>
          <a:chExt cx="0" cy="0"/>
        </a:xfrm>
      </p:grpSpPr>
      <p:grpSp>
        <p:nvGrpSpPr>
          <p:cNvPr id="594" name="Google Shape;594;p26"/>
          <p:cNvGrpSpPr/>
          <p:nvPr/>
        </p:nvGrpSpPr>
        <p:grpSpPr>
          <a:xfrm>
            <a:off x="7704171" y="1036593"/>
            <a:ext cx="1439893" cy="3234395"/>
            <a:chOff x="461225" y="3249175"/>
            <a:chExt cx="1110600" cy="2221578"/>
          </a:xfrm>
        </p:grpSpPr>
        <p:grpSp>
          <p:nvGrpSpPr>
            <p:cNvPr id="595" name="Google Shape;595;p26"/>
            <p:cNvGrpSpPr/>
            <p:nvPr/>
          </p:nvGrpSpPr>
          <p:grpSpPr>
            <a:xfrm>
              <a:off x="831422" y="3249175"/>
              <a:ext cx="740403" cy="2221578"/>
              <a:chOff x="831422" y="3249175"/>
              <a:chExt cx="740403" cy="2221578"/>
            </a:xfrm>
          </p:grpSpPr>
          <p:sp>
            <p:nvSpPr>
              <p:cNvPr id="596" name="Google Shape;596;p26"/>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7" name="Google Shape;597;p26"/>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598" name="Google Shape;598;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599" name="Google Shape;599;p26"/>
            <p:cNvGrpSpPr/>
            <p:nvPr/>
          </p:nvGrpSpPr>
          <p:grpSpPr>
            <a:xfrm>
              <a:off x="461225" y="3619500"/>
              <a:ext cx="1110600" cy="370200"/>
              <a:chOff x="461225" y="3249175"/>
              <a:chExt cx="1110600" cy="370200"/>
            </a:xfrm>
          </p:grpSpPr>
          <p:sp>
            <p:nvSpPr>
              <p:cNvPr id="600" name="Google Shape;600;p26"/>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1" name="Google Shape;601;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2" name="Google Shape;602;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3" name="Google Shape;603;p26"/>
            <p:cNvGrpSpPr/>
            <p:nvPr/>
          </p:nvGrpSpPr>
          <p:grpSpPr>
            <a:xfrm>
              <a:off x="461225" y="3989700"/>
              <a:ext cx="1110600" cy="1110726"/>
              <a:chOff x="461225" y="3249175"/>
              <a:chExt cx="1110600" cy="1110726"/>
            </a:xfrm>
          </p:grpSpPr>
          <p:sp>
            <p:nvSpPr>
              <p:cNvPr id="604" name="Google Shape;604;p26"/>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5" name="Google Shape;605;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6" name="Google Shape;606;p26"/>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07" name="Google Shape;607;p26"/>
            <p:cNvGrpSpPr/>
            <p:nvPr/>
          </p:nvGrpSpPr>
          <p:grpSpPr>
            <a:xfrm>
              <a:off x="831422" y="4360025"/>
              <a:ext cx="370203" cy="740520"/>
              <a:chOff x="831422" y="3249175"/>
              <a:chExt cx="370203" cy="740520"/>
            </a:xfrm>
          </p:grpSpPr>
          <p:sp>
            <p:nvSpPr>
              <p:cNvPr id="608" name="Google Shape;608;p26"/>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09" name="Google Shape;609;p26"/>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10" name="Google Shape;610;p26"/>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11" name="Google Shape;611;p2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12" name="Google Shape;612;p26"/>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13" name="Google Shape;613;p26"/>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14" name="Google Shape;614;p26"/>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15" name="Google Shape;615;p26"/>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16" name="Google Shape;616;p26"/>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7" name="Google Shape;617;p26"/>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8" name="Google Shape;618;p26"/>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19" name="Google Shape;619;p26"/>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0" name="Google Shape;620;p26"/>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1" name="Google Shape;621;p26"/>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22" name="Google Shape;622;p26"/>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23" name="Shape 623"/>
        <p:cNvGrpSpPr/>
        <p:nvPr/>
      </p:nvGrpSpPr>
      <p:grpSpPr>
        <a:xfrm>
          <a:off x="0" y="0"/>
          <a:ext cx="0" cy="0"/>
          <a:chOff x="0" y="0"/>
          <a:chExt cx="0" cy="0"/>
        </a:xfrm>
      </p:grpSpPr>
      <p:grpSp>
        <p:nvGrpSpPr>
          <p:cNvPr id="624" name="Google Shape;624;p27"/>
          <p:cNvGrpSpPr/>
          <p:nvPr/>
        </p:nvGrpSpPr>
        <p:grpSpPr>
          <a:xfrm>
            <a:off x="0" y="506850"/>
            <a:ext cx="930250" cy="2593175"/>
            <a:chOff x="0" y="506850"/>
            <a:chExt cx="930250" cy="2593175"/>
          </a:xfrm>
        </p:grpSpPr>
        <p:grpSp>
          <p:nvGrpSpPr>
            <p:cNvPr id="625" name="Google Shape;625;p27"/>
            <p:cNvGrpSpPr/>
            <p:nvPr/>
          </p:nvGrpSpPr>
          <p:grpSpPr>
            <a:xfrm>
              <a:off x="0" y="877050"/>
              <a:ext cx="930250" cy="2222975"/>
              <a:chOff x="1233650" y="2421900"/>
              <a:chExt cx="930250" cy="2222975"/>
            </a:xfrm>
          </p:grpSpPr>
          <p:grpSp>
            <p:nvGrpSpPr>
              <p:cNvPr id="626" name="Google Shape;626;p27"/>
              <p:cNvGrpSpPr/>
              <p:nvPr/>
            </p:nvGrpSpPr>
            <p:grpSpPr>
              <a:xfrm>
                <a:off x="1233650" y="2793625"/>
                <a:ext cx="560050" cy="1851250"/>
                <a:chOff x="1381975" y="3249175"/>
                <a:chExt cx="560050" cy="1851250"/>
              </a:xfrm>
            </p:grpSpPr>
            <p:sp>
              <p:nvSpPr>
                <p:cNvPr id="627" name="Google Shape;627;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28" name="Google Shape;628;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29" name="Google Shape;629;p27"/>
                <p:cNvGrpSpPr/>
                <p:nvPr/>
              </p:nvGrpSpPr>
              <p:grpSpPr>
                <a:xfrm>
                  <a:off x="1381975" y="3989700"/>
                  <a:ext cx="560050" cy="1110725"/>
                  <a:chOff x="1381975" y="3249175"/>
                  <a:chExt cx="560050" cy="1110725"/>
                </a:xfrm>
              </p:grpSpPr>
              <p:sp>
                <p:nvSpPr>
                  <p:cNvPr id="630" name="Google Shape;630;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2" name="Google Shape;632;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33" name="Google Shape;633;p27"/>
                <p:cNvGrpSpPr/>
                <p:nvPr/>
              </p:nvGrpSpPr>
              <p:grpSpPr>
                <a:xfrm>
                  <a:off x="1381975" y="4360025"/>
                  <a:ext cx="560050" cy="370200"/>
                  <a:chOff x="1381975" y="3249175"/>
                  <a:chExt cx="560050" cy="370200"/>
                </a:xfrm>
              </p:grpSpPr>
              <p:sp>
                <p:nvSpPr>
                  <p:cNvPr id="634" name="Google Shape;63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5" name="Google Shape;63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36" name="Google Shape;636;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7" name="Google Shape;637;p27"/>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38" name="Google Shape;638;p27"/>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39" name="Google Shape;639;p27"/>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40" name="Google Shape;640;p27"/>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1" name="Google Shape;641;p27"/>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2" name="Google Shape;642;p27"/>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3" name="Google Shape;643;p27"/>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44" name="Google Shape;644;p27"/>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45" name="Google Shape;645;p27"/>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46" name="Google Shape;646;p27"/>
          <p:cNvGrpSpPr/>
          <p:nvPr/>
        </p:nvGrpSpPr>
        <p:grpSpPr>
          <a:xfrm rot="5400000">
            <a:off x="7381575" y="-838700"/>
            <a:ext cx="930250" cy="2591775"/>
            <a:chOff x="0" y="508250"/>
            <a:chExt cx="930250" cy="2591775"/>
          </a:xfrm>
        </p:grpSpPr>
        <p:grpSp>
          <p:nvGrpSpPr>
            <p:cNvPr id="647" name="Google Shape;647;p27"/>
            <p:cNvGrpSpPr/>
            <p:nvPr/>
          </p:nvGrpSpPr>
          <p:grpSpPr>
            <a:xfrm>
              <a:off x="0" y="877050"/>
              <a:ext cx="930250" cy="2222975"/>
              <a:chOff x="1233650" y="2421900"/>
              <a:chExt cx="930250" cy="2222975"/>
            </a:xfrm>
          </p:grpSpPr>
          <p:grpSp>
            <p:nvGrpSpPr>
              <p:cNvPr id="648" name="Google Shape;648;p27"/>
              <p:cNvGrpSpPr/>
              <p:nvPr/>
            </p:nvGrpSpPr>
            <p:grpSpPr>
              <a:xfrm>
                <a:off x="1233650" y="2793625"/>
                <a:ext cx="930250" cy="1851250"/>
                <a:chOff x="1381975" y="3249175"/>
                <a:chExt cx="930250" cy="1851250"/>
              </a:xfrm>
            </p:grpSpPr>
            <p:grpSp>
              <p:nvGrpSpPr>
                <p:cNvPr id="649" name="Google Shape;649;p27"/>
                <p:cNvGrpSpPr/>
                <p:nvPr/>
              </p:nvGrpSpPr>
              <p:grpSpPr>
                <a:xfrm>
                  <a:off x="1571825" y="3249175"/>
                  <a:ext cx="740400" cy="370200"/>
                  <a:chOff x="1571825" y="3249175"/>
                  <a:chExt cx="740400" cy="370200"/>
                </a:xfrm>
              </p:grpSpPr>
              <p:sp>
                <p:nvSpPr>
                  <p:cNvPr id="650" name="Google Shape;650;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1" name="Google Shape;651;p27"/>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52" name="Google Shape;652;p27"/>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53" name="Google Shape;653;p27"/>
                <p:cNvGrpSpPr/>
                <p:nvPr/>
              </p:nvGrpSpPr>
              <p:grpSpPr>
                <a:xfrm>
                  <a:off x="1381975" y="3989700"/>
                  <a:ext cx="560050" cy="1110725"/>
                  <a:chOff x="1381975" y="3249175"/>
                  <a:chExt cx="560050" cy="1110725"/>
                </a:xfrm>
              </p:grpSpPr>
              <p:sp>
                <p:nvSpPr>
                  <p:cNvPr id="654" name="Google Shape;654;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5" name="Google Shape;655;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6" name="Google Shape;656;p27"/>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57" name="Google Shape;657;p27"/>
                <p:cNvGrpSpPr/>
                <p:nvPr/>
              </p:nvGrpSpPr>
              <p:grpSpPr>
                <a:xfrm>
                  <a:off x="1381975" y="4360025"/>
                  <a:ext cx="560050" cy="370200"/>
                  <a:chOff x="1381975" y="3249175"/>
                  <a:chExt cx="560050" cy="370200"/>
                </a:xfrm>
              </p:grpSpPr>
              <p:sp>
                <p:nvSpPr>
                  <p:cNvPr id="658" name="Google Shape;658;p27"/>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59" name="Google Shape;659;p27"/>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60" name="Google Shape;660;p27"/>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1" name="Google Shape;661;p27"/>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62" name="Google Shape;662;p27"/>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63" name="Google Shape;663;p27"/>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664" name="Google Shape;664;p27"/>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665" name="Google Shape;665;p27"/>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6" name="Google Shape;666;p27"/>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7" name="Google Shape;667;p27"/>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68" name="Google Shape;668;p27"/>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69" name="Google Shape;669;p27"/>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670" name="Google Shape;670;p27"/>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1" name="Google Shape;671;p27"/>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672" name="Google Shape;672;p27"/>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673" name="Shape 673"/>
        <p:cNvGrpSpPr/>
        <p:nvPr/>
      </p:nvGrpSpPr>
      <p:grpSpPr>
        <a:xfrm>
          <a:off x="0" y="0"/>
          <a:ext cx="0" cy="0"/>
          <a:chOff x="0" y="0"/>
          <a:chExt cx="0" cy="0"/>
        </a:xfrm>
      </p:grpSpPr>
      <p:sp>
        <p:nvSpPr>
          <p:cNvPr id="674" name="Google Shape;674;p28"/>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5" name="Google Shape;675;p28"/>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6" name="Google Shape;676;p28"/>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77" name="Google Shape;677;p28"/>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678" name="Google Shape;678;p28"/>
          <p:cNvGrpSpPr/>
          <p:nvPr/>
        </p:nvGrpSpPr>
        <p:grpSpPr>
          <a:xfrm>
            <a:off x="7073603" y="0"/>
            <a:ext cx="2070408" cy="1617374"/>
            <a:chOff x="6787102" y="-57263"/>
            <a:chExt cx="2403260" cy="1877393"/>
          </a:xfrm>
        </p:grpSpPr>
        <p:grpSp>
          <p:nvGrpSpPr>
            <p:cNvPr id="679" name="Google Shape;679;p28"/>
            <p:cNvGrpSpPr/>
            <p:nvPr/>
          </p:nvGrpSpPr>
          <p:grpSpPr>
            <a:xfrm rot="10800000">
              <a:off x="8286413" y="1320355"/>
              <a:ext cx="903863" cy="499775"/>
              <a:chOff x="532097" y="3249175"/>
              <a:chExt cx="669528" cy="370204"/>
            </a:xfrm>
          </p:grpSpPr>
          <p:sp>
            <p:nvSpPr>
              <p:cNvPr id="680" name="Google Shape;680;p28"/>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1" name="Google Shape;681;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2" name="Google Shape;682;p28"/>
            <p:cNvGrpSpPr/>
            <p:nvPr/>
          </p:nvGrpSpPr>
          <p:grpSpPr>
            <a:xfrm rot="10800000">
              <a:off x="6787103" y="820419"/>
              <a:ext cx="2402289" cy="499772"/>
              <a:chOff x="532752" y="3249175"/>
              <a:chExt cx="1779473" cy="370202"/>
            </a:xfrm>
          </p:grpSpPr>
          <p:sp>
            <p:nvSpPr>
              <p:cNvPr id="683" name="Google Shape;683;p28"/>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4" name="Google Shape;684;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5" name="Google Shape;685;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6" name="Google Shape;68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7" name="Google Shape;687;p28"/>
            <p:cNvGrpSpPr/>
            <p:nvPr/>
          </p:nvGrpSpPr>
          <p:grpSpPr>
            <a:xfrm rot="10800000">
              <a:off x="7286873" y="320651"/>
              <a:ext cx="1499310" cy="499770"/>
              <a:chOff x="831425" y="3249175"/>
              <a:chExt cx="1110600" cy="370200"/>
            </a:xfrm>
          </p:grpSpPr>
          <p:sp>
            <p:nvSpPr>
              <p:cNvPr id="688" name="Google Shape;688;p2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9" name="Google Shape;689;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0" name="Google Shape;690;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91" name="Google Shape;691;p28"/>
            <p:cNvGrpSpPr/>
            <p:nvPr/>
          </p:nvGrpSpPr>
          <p:grpSpPr>
            <a:xfrm rot="10800000">
              <a:off x="6787102" y="-57263"/>
              <a:ext cx="2403260" cy="377865"/>
              <a:chOff x="532032" y="3249173"/>
              <a:chExt cx="1780193" cy="370202"/>
            </a:xfrm>
          </p:grpSpPr>
          <p:sp>
            <p:nvSpPr>
              <p:cNvPr id="692" name="Google Shape;692;p28"/>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3" name="Google Shape;693;p28"/>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4" name="Google Shape;694;p2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5" name="Google Shape;695;p28"/>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28"/>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97" name="Google Shape;697;p28"/>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8" name="Google Shape;698;p28"/>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9" name="Google Shape;699;p28"/>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28"/>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2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02" name="Google Shape;702;p28"/>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03" name="Google Shape;703;p28"/>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04" name="Google Shape;704;p28"/>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5" name="Google Shape;705;p28"/>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6" name="Google Shape;706;p28"/>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7" name="Google Shape;707;p28"/>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8" name="Google Shape;708;p28"/>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09" name="Shape 709"/>
        <p:cNvGrpSpPr/>
        <p:nvPr/>
      </p:nvGrpSpPr>
      <p:grpSpPr>
        <a:xfrm>
          <a:off x="0" y="0"/>
          <a:ext cx="0" cy="0"/>
          <a:chOff x="0" y="0"/>
          <a:chExt cx="0" cy="0"/>
        </a:xfrm>
      </p:grpSpPr>
      <p:sp>
        <p:nvSpPr>
          <p:cNvPr id="710" name="Google Shape;710;p29"/>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1" name="Google Shape;711;p29"/>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2" name="Google Shape;712;p29"/>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3" name="Google Shape;713;p29"/>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14" name="Google Shape;714;p29"/>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15" name="Google Shape;715;p2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16" name="Google Shape;716;p29"/>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17" name="Google Shape;717;p29"/>
          <p:cNvGrpSpPr/>
          <p:nvPr/>
        </p:nvGrpSpPr>
        <p:grpSpPr>
          <a:xfrm>
            <a:off x="7073603" y="0"/>
            <a:ext cx="2070408" cy="1617374"/>
            <a:chOff x="6787102" y="-57263"/>
            <a:chExt cx="2403260" cy="1877393"/>
          </a:xfrm>
        </p:grpSpPr>
        <p:grpSp>
          <p:nvGrpSpPr>
            <p:cNvPr id="718" name="Google Shape;718;p29"/>
            <p:cNvGrpSpPr/>
            <p:nvPr/>
          </p:nvGrpSpPr>
          <p:grpSpPr>
            <a:xfrm rot="10800000">
              <a:off x="8286413" y="1320355"/>
              <a:ext cx="903863" cy="499775"/>
              <a:chOff x="532097" y="3249175"/>
              <a:chExt cx="669528" cy="370204"/>
            </a:xfrm>
          </p:grpSpPr>
          <p:sp>
            <p:nvSpPr>
              <p:cNvPr id="719" name="Google Shape;719;p29"/>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0" name="Google Shape;720;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1" name="Google Shape;721;p29"/>
            <p:cNvGrpSpPr/>
            <p:nvPr/>
          </p:nvGrpSpPr>
          <p:grpSpPr>
            <a:xfrm rot="10800000">
              <a:off x="6787103" y="820419"/>
              <a:ext cx="2402289" cy="499772"/>
              <a:chOff x="532752" y="3249175"/>
              <a:chExt cx="1779473" cy="370202"/>
            </a:xfrm>
          </p:grpSpPr>
          <p:sp>
            <p:nvSpPr>
              <p:cNvPr id="722" name="Google Shape;722;p29"/>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3" name="Google Shape;723;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4" name="Google Shape;724;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5" name="Google Shape;72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6" name="Google Shape;726;p29"/>
            <p:cNvGrpSpPr/>
            <p:nvPr/>
          </p:nvGrpSpPr>
          <p:grpSpPr>
            <a:xfrm rot="10800000">
              <a:off x="7286873" y="320651"/>
              <a:ext cx="1499310" cy="499770"/>
              <a:chOff x="831425" y="3249175"/>
              <a:chExt cx="1110600" cy="370200"/>
            </a:xfrm>
          </p:grpSpPr>
          <p:sp>
            <p:nvSpPr>
              <p:cNvPr id="727" name="Google Shape;727;p29"/>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8" name="Google Shape;728;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0" name="Google Shape;730;p29"/>
            <p:cNvGrpSpPr/>
            <p:nvPr/>
          </p:nvGrpSpPr>
          <p:grpSpPr>
            <a:xfrm rot="10800000">
              <a:off x="6787102" y="-57263"/>
              <a:ext cx="2403260" cy="377865"/>
              <a:chOff x="532032" y="3249173"/>
              <a:chExt cx="1780193" cy="370202"/>
            </a:xfrm>
          </p:grpSpPr>
          <p:sp>
            <p:nvSpPr>
              <p:cNvPr id="731" name="Google Shape;731;p29"/>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2" name="Google Shape;732;p29"/>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3" name="Google Shape;733;p29"/>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2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2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36" name="Google Shape;736;p29"/>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7" name="Google Shape;737;p29"/>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29"/>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29"/>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29"/>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1" name="Google Shape;741;p29"/>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2" name="Google Shape;742;p29"/>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3" name="Google Shape;743;p29"/>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44" name="Google Shape;744;p29"/>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5" name="Google Shape;745;p29"/>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6" name="Google Shape;746;p29"/>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7" name="Google Shape;747;p29"/>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48" name="Google Shape;748;p29"/>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49" name="Google Shape;749;p29"/>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50" name="Shape 750"/>
        <p:cNvGrpSpPr/>
        <p:nvPr/>
      </p:nvGrpSpPr>
      <p:grpSpPr>
        <a:xfrm>
          <a:off x="0" y="0"/>
          <a:ext cx="0" cy="0"/>
          <a:chOff x="0" y="0"/>
          <a:chExt cx="0" cy="0"/>
        </a:xfrm>
      </p:grpSpPr>
      <p:sp>
        <p:nvSpPr>
          <p:cNvPr id="751" name="Google Shape;751;p30"/>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52" name="Google Shape;752;p30"/>
          <p:cNvGrpSpPr/>
          <p:nvPr/>
        </p:nvGrpSpPr>
        <p:grpSpPr>
          <a:xfrm rot="10800000">
            <a:off x="5657179" y="-1"/>
            <a:ext cx="3486840" cy="2906092"/>
            <a:chOff x="312900" y="2793625"/>
            <a:chExt cx="2221200" cy="1851250"/>
          </a:xfrm>
        </p:grpSpPr>
        <p:grpSp>
          <p:nvGrpSpPr>
            <p:cNvPr id="753" name="Google Shape;753;p30"/>
            <p:cNvGrpSpPr/>
            <p:nvPr/>
          </p:nvGrpSpPr>
          <p:grpSpPr>
            <a:xfrm>
              <a:off x="312900" y="2793625"/>
              <a:ext cx="1851000" cy="1851250"/>
              <a:chOff x="461225" y="3249175"/>
              <a:chExt cx="1851000" cy="1851250"/>
            </a:xfrm>
          </p:grpSpPr>
          <p:grpSp>
            <p:nvGrpSpPr>
              <p:cNvPr id="754" name="Google Shape;754;p30"/>
              <p:cNvGrpSpPr/>
              <p:nvPr/>
            </p:nvGrpSpPr>
            <p:grpSpPr>
              <a:xfrm>
                <a:off x="461225" y="3249175"/>
                <a:ext cx="1851000" cy="370200"/>
                <a:chOff x="461225" y="3249175"/>
                <a:chExt cx="1851000" cy="370200"/>
              </a:xfrm>
            </p:grpSpPr>
            <p:sp>
              <p:nvSpPr>
                <p:cNvPr id="755" name="Google Shape;755;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6" name="Google Shape;756;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7" name="Google Shape;757;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8" name="Google Shape;758;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59" name="Google Shape;759;p30"/>
              <p:cNvGrpSpPr/>
              <p:nvPr/>
            </p:nvGrpSpPr>
            <p:grpSpPr>
              <a:xfrm>
                <a:off x="461225" y="3619500"/>
                <a:ext cx="1851000" cy="370200"/>
                <a:chOff x="461225" y="3249175"/>
                <a:chExt cx="1851000" cy="370200"/>
              </a:xfrm>
            </p:grpSpPr>
            <p:sp>
              <p:nvSpPr>
                <p:cNvPr id="760" name="Google Shape;760;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1" name="Google Shape;76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2" name="Google Shape;76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3" name="Google Shape;76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4" name="Google Shape;76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5" name="Google Shape;765;p30"/>
              <p:cNvGrpSpPr/>
              <p:nvPr/>
            </p:nvGrpSpPr>
            <p:grpSpPr>
              <a:xfrm>
                <a:off x="461225" y="3989700"/>
                <a:ext cx="1480800" cy="1110725"/>
                <a:chOff x="461225" y="3249175"/>
                <a:chExt cx="1480800" cy="1110725"/>
              </a:xfrm>
            </p:grpSpPr>
            <p:sp>
              <p:nvSpPr>
                <p:cNvPr id="766" name="Google Shape;766;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7" name="Google Shape;767;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0" name="Google Shape;770;p30"/>
              <p:cNvGrpSpPr/>
              <p:nvPr/>
            </p:nvGrpSpPr>
            <p:grpSpPr>
              <a:xfrm>
                <a:off x="831425" y="4360025"/>
                <a:ext cx="1480800" cy="370200"/>
                <a:chOff x="831425" y="3249175"/>
                <a:chExt cx="1480800" cy="370200"/>
              </a:xfrm>
            </p:grpSpPr>
            <p:sp>
              <p:nvSpPr>
                <p:cNvPr id="771" name="Google Shape;771;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2" name="Google Shape;772;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75" name="Google Shape;775;p30"/>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76" name="Google Shape;776;p30"/>
          <p:cNvSpPr/>
          <p:nvPr>
            <p:ph idx="2" type="pic"/>
          </p:nvPr>
        </p:nvSpPr>
        <p:spPr>
          <a:xfrm>
            <a:off x="1200750" y="984738"/>
            <a:ext cx="1649400" cy="1649400"/>
          </a:xfrm>
          <a:prstGeom prst="ellipse">
            <a:avLst/>
          </a:prstGeom>
          <a:noFill/>
          <a:ln>
            <a:noFill/>
          </a:ln>
        </p:spPr>
      </p:sp>
      <p:sp>
        <p:nvSpPr>
          <p:cNvPr id="777" name="Google Shape;777;p30"/>
          <p:cNvSpPr/>
          <p:nvPr>
            <p:ph idx="3" type="pic"/>
          </p:nvPr>
        </p:nvSpPr>
        <p:spPr>
          <a:xfrm>
            <a:off x="3747300" y="921988"/>
            <a:ext cx="1649400" cy="1649400"/>
          </a:xfrm>
          <a:prstGeom prst="ellipse">
            <a:avLst/>
          </a:prstGeom>
          <a:noFill/>
          <a:ln>
            <a:noFill/>
          </a:ln>
        </p:spPr>
      </p:sp>
      <p:sp>
        <p:nvSpPr>
          <p:cNvPr id="778" name="Google Shape;778;p30"/>
          <p:cNvSpPr/>
          <p:nvPr>
            <p:ph idx="4" type="pic"/>
          </p:nvPr>
        </p:nvSpPr>
        <p:spPr>
          <a:xfrm>
            <a:off x="6080650" y="941438"/>
            <a:ext cx="1649400" cy="1649400"/>
          </a:xfrm>
          <a:prstGeom prst="ellipse">
            <a:avLst/>
          </a:prstGeom>
          <a:noFill/>
          <a:ln>
            <a:noFill/>
          </a:ln>
        </p:spPr>
      </p:sp>
      <p:sp>
        <p:nvSpPr>
          <p:cNvPr id="779" name="Google Shape;779;p30"/>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0" name="Google Shape;780;p30"/>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1" name="Google Shape;781;p30"/>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2" name="Google Shape;782;p30"/>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3" name="Google Shape;783;p30"/>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784" name="Google Shape;784;p30"/>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785" name="Google Shape;785;p30"/>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86" name="Google Shape;786;p3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787" name="Shape 787"/>
        <p:cNvGrpSpPr/>
        <p:nvPr/>
      </p:nvGrpSpPr>
      <p:grpSpPr>
        <a:xfrm>
          <a:off x="0" y="0"/>
          <a:ext cx="0" cy="0"/>
          <a:chOff x="0" y="0"/>
          <a:chExt cx="0" cy="0"/>
        </a:xfrm>
      </p:grpSpPr>
      <p:sp>
        <p:nvSpPr>
          <p:cNvPr id="788" name="Google Shape;788;p31"/>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789" name="Google Shape;789;p31"/>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790" name="Shape 790"/>
        <p:cNvGrpSpPr/>
        <p:nvPr/>
      </p:nvGrpSpPr>
      <p:grpSpPr>
        <a:xfrm>
          <a:off x="0" y="0"/>
          <a:ext cx="0" cy="0"/>
          <a:chOff x="0" y="0"/>
          <a:chExt cx="0" cy="0"/>
        </a:xfrm>
      </p:grpSpPr>
      <p:sp>
        <p:nvSpPr>
          <p:cNvPr id="791" name="Google Shape;791;p3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792" name="Shape 792"/>
        <p:cNvGrpSpPr/>
        <p:nvPr/>
      </p:nvGrpSpPr>
      <p:grpSpPr>
        <a:xfrm>
          <a:off x="0" y="0"/>
          <a:ext cx="0" cy="0"/>
          <a:chOff x="0" y="0"/>
          <a:chExt cx="0" cy="0"/>
        </a:xfrm>
      </p:grpSpPr>
      <p:sp>
        <p:nvSpPr>
          <p:cNvPr id="793" name="Google Shape;793;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4" name="Google Shape;794;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795" name="Shape 795"/>
        <p:cNvGrpSpPr/>
        <p:nvPr/>
      </p:nvGrpSpPr>
      <p:grpSpPr>
        <a:xfrm>
          <a:off x="0" y="0"/>
          <a:ext cx="0" cy="0"/>
          <a:chOff x="0" y="0"/>
          <a:chExt cx="0" cy="0"/>
        </a:xfrm>
      </p:grpSpPr>
      <p:sp>
        <p:nvSpPr>
          <p:cNvPr id="796" name="Google Shape;796;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7" name="Google Shape;797;p34"/>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798" name="Google Shape;798;p34"/>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799" name="Shape 799"/>
        <p:cNvGrpSpPr/>
        <p:nvPr/>
      </p:nvGrpSpPr>
      <p:grpSpPr>
        <a:xfrm>
          <a:off x="0" y="0"/>
          <a:ext cx="0" cy="0"/>
          <a:chOff x="0" y="0"/>
          <a:chExt cx="0" cy="0"/>
        </a:xfrm>
      </p:grpSpPr>
      <p:sp>
        <p:nvSpPr>
          <p:cNvPr id="800" name="Google Shape;800;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01" name="Shape 801"/>
        <p:cNvGrpSpPr/>
        <p:nvPr/>
      </p:nvGrpSpPr>
      <p:grpSpPr>
        <a:xfrm>
          <a:off x="0" y="0"/>
          <a:ext cx="0" cy="0"/>
          <a:chOff x="0" y="0"/>
          <a:chExt cx="0" cy="0"/>
        </a:xfrm>
      </p:grpSpPr>
      <p:sp>
        <p:nvSpPr>
          <p:cNvPr id="802" name="Google Shape;802;p36"/>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03" name="Google Shape;803;p3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04" name="Shape 804"/>
        <p:cNvGrpSpPr/>
        <p:nvPr/>
      </p:nvGrpSpPr>
      <p:grpSpPr>
        <a:xfrm>
          <a:off x="0" y="0"/>
          <a:ext cx="0" cy="0"/>
          <a:chOff x="0" y="0"/>
          <a:chExt cx="0" cy="0"/>
        </a:xfrm>
      </p:grpSpPr>
      <p:sp>
        <p:nvSpPr>
          <p:cNvPr id="805" name="Google Shape;805;p37"/>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06" name="Shape 806"/>
        <p:cNvGrpSpPr/>
        <p:nvPr/>
      </p:nvGrpSpPr>
      <p:grpSpPr>
        <a:xfrm>
          <a:off x="0" y="0"/>
          <a:ext cx="0" cy="0"/>
          <a:chOff x="0" y="0"/>
          <a:chExt cx="0" cy="0"/>
        </a:xfrm>
      </p:grpSpPr>
      <p:sp>
        <p:nvSpPr>
          <p:cNvPr id="807" name="Google Shape;807;p38"/>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08" name="Google Shape;808;p38"/>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09" name="Google Shape;809;p38"/>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10" name="Shape 810"/>
        <p:cNvGrpSpPr/>
        <p:nvPr/>
      </p:nvGrpSpPr>
      <p:grpSpPr>
        <a:xfrm>
          <a:off x="0" y="0"/>
          <a:ext cx="0" cy="0"/>
          <a:chOff x="0" y="0"/>
          <a:chExt cx="0" cy="0"/>
        </a:xfrm>
      </p:grpSpPr>
      <p:sp>
        <p:nvSpPr>
          <p:cNvPr id="811" name="Google Shape;811;p39"/>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12" name="Shape 812"/>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13" name="Shape 813"/>
        <p:cNvGrpSpPr/>
        <p:nvPr/>
      </p:nvGrpSpPr>
      <p:grpSpPr>
        <a:xfrm>
          <a:off x="0" y="0"/>
          <a:ext cx="0" cy="0"/>
          <a:chOff x="0" y="0"/>
          <a:chExt cx="0" cy="0"/>
        </a:xfrm>
      </p:grpSpPr>
      <p:sp>
        <p:nvSpPr>
          <p:cNvPr id="814" name="Google Shape;814;p41"/>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15" name="Google Shape;815;p4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6" name="Google Shape;816;p4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7" name="Google Shape;817;p4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8" name="Google Shape;818;p4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19" name="Google Shape;819;p4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20" name="Google Shape;820;p4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21" name="Shape 821"/>
        <p:cNvGrpSpPr/>
        <p:nvPr/>
      </p:nvGrpSpPr>
      <p:grpSpPr>
        <a:xfrm>
          <a:off x="0" y="0"/>
          <a:ext cx="0" cy="0"/>
          <a:chOff x="0" y="0"/>
          <a:chExt cx="0" cy="0"/>
        </a:xfrm>
      </p:grpSpPr>
      <p:sp>
        <p:nvSpPr>
          <p:cNvPr id="822" name="Google Shape;822;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3" name="Google Shape;823;p42"/>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4" name="Google Shape;824;p4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25" name="Shape 825"/>
        <p:cNvGrpSpPr/>
        <p:nvPr/>
      </p:nvGrpSpPr>
      <p:grpSpPr>
        <a:xfrm>
          <a:off x="0" y="0"/>
          <a:ext cx="0" cy="0"/>
          <a:chOff x="0" y="0"/>
          <a:chExt cx="0" cy="0"/>
        </a:xfrm>
      </p:grpSpPr>
      <p:sp>
        <p:nvSpPr>
          <p:cNvPr id="826" name="Google Shape;826;p43"/>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27" name="Google Shape;827;p43"/>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28" name="Google Shape;828;p43"/>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29" name="Google Shape;829;p4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0" name="Google Shape;830;p4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31" name="Shape 831"/>
        <p:cNvGrpSpPr/>
        <p:nvPr/>
      </p:nvGrpSpPr>
      <p:grpSpPr>
        <a:xfrm>
          <a:off x="0" y="0"/>
          <a:ext cx="0" cy="0"/>
          <a:chOff x="0" y="0"/>
          <a:chExt cx="0" cy="0"/>
        </a:xfrm>
      </p:grpSpPr>
      <p:sp>
        <p:nvSpPr>
          <p:cNvPr id="832" name="Google Shape;832;p44"/>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33" name="Google Shape;833;p44"/>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34" name="Google Shape;834;p44"/>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5" name="Google Shape;835;p4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6" name="Google Shape;836;p4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7" name="Google Shape;837;p4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38" name="Google Shape;838;p44"/>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39" name="Shape 839"/>
        <p:cNvGrpSpPr/>
        <p:nvPr/>
      </p:nvGrpSpPr>
      <p:grpSpPr>
        <a:xfrm>
          <a:off x="0" y="0"/>
          <a:ext cx="0" cy="0"/>
          <a:chOff x="0" y="0"/>
          <a:chExt cx="0" cy="0"/>
        </a:xfrm>
      </p:grpSpPr>
      <p:sp>
        <p:nvSpPr>
          <p:cNvPr id="840" name="Google Shape;840;p45"/>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41" name="Google Shape;841;p45"/>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2" name="Google Shape;842;p45"/>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5"/>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4" name="Google Shape;844;p45"/>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5" name="Google Shape;845;p4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6" name="Google Shape;846;p4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7" name="Google Shape;847;p4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48" name="Google Shape;848;p4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49" name="Shape 849"/>
        <p:cNvGrpSpPr/>
        <p:nvPr/>
      </p:nvGrpSpPr>
      <p:grpSpPr>
        <a:xfrm>
          <a:off x="0" y="0"/>
          <a:ext cx="0" cy="0"/>
          <a:chOff x="0" y="0"/>
          <a:chExt cx="0" cy="0"/>
        </a:xfrm>
      </p:grpSpPr>
      <p:sp>
        <p:nvSpPr>
          <p:cNvPr id="850" name="Google Shape;850;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1" name="Google Shape;851;p4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52" name="Shape 852"/>
        <p:cNvGrpSpPr/>
        <p:nvPr/>
      </p:nvGrpSpPr>
      <p:grpSpPr>
        <a:xfrm>
          <a:off x="0" y="0"/>
          <a:ext cx="0" cy="0"/>
          <a:chOff x="0" y="0"/>
          <a:chExt cx="0" cy="0"/>
        </a:xfrm>
      </p:grpSpPr>
      <p:sp>
        <p:nvSpPr>
          <p:cNvPr id="853" name="Google Shape;853;p47"/>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54" name="Google Shape;854;p47"/>
          <p:cNvSpPr/>
          <p:nvPr>
            <p:ph idx="2" type="pic"/>
          </p:nvPr>
        </p:nvSpPr>
        <p:spPr>
          <a:xfrm>
            <a:off x="4804825" y="1133300"/>
            <a:ext cx="4027500" cy="2392800"/>
          </a:xfrm>
          <a:prstGeom prst="rect">
            <a:avLst/>
          </a:prstGeom>
          <a:noFill/>
          <a:ln>
            <a:noFill/>
          </a:ln>
        </p:spPr>
      </p:sp>
      <p:sp>
        <p:nvSpPr>
          <p:cNvPr id="855" name="Google Shape;855;p47"/>
          <p:cNvSpPr/>
          <p:nvPr>
            <p:ph idx="3" type="pic"/>
          </p:nvPr>
        </p:nvSpPr>
        <p:spPr>
          <a:xfrm>
            <a:off x="311725" y="1133300"/>
            <a:ext cx="4027500" cy="2392800"/>
          </a:xfrm>
          <a:prstGeom prst="rect">
            <a:avLst/>
          </a:prstGeom>
          <a:noFill/>
          <a:ln>
            <a:noFill/>
          </a:ln>
        </p:spPr>
      </p:sp>
      <p:sp>
        <p:nvSpPr>
          <p:cNvPr id="856" name="Google Shape;856;p47"/>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57" name="Google Shape;857;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58" name="Google Shape;858;p4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59" name="Google Shape;859;p4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860" name="Shape 860"/>
        <p:cNvGrpSpPr/>
        <p:nvPr/>
      </p:nvGrpSpPr>
      <p:grpSpPr>
        <a:xfrm>
          <a:off x="0" y="0"/>
          <a:ext cx="0" cy="0"/>
          <a:chOff x="0" y="0"/>
          <a:chExt cx="0" cy="0"/>
        </a:xfrm>
      </p:grpSpPr>
      <p:sp>
        <p:nvSpPr>
          <p:cNvPr id="861" name="Google Shape;861;p48"/>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2" name="Google Shape;862;p48"/>
          <p:cNvSpPr/>
          <p:nvPr>
            <p:ph idx="2" type="pic"/>
          </p:nvPr>
        </p:nvSpPr>
        <p:spPr>
          <a:xfrm>
            <a:off x="6205225" y="1128325"/>
            <a:ext cx="2627100" cy="2273100"/>
          </a:xfrm>
          <a:prstGeom prst="rect">
            <a:avLst/>
          </a:prstGeom>
          <a:noFill/>
          <a:ln>
            <a:noFill/>
          </a:ln>
        </p:spPr>
      </p:sp>
      <p:sp>
        <p:nvSpPr>
          <p:cNvPr id="863" name="Google Shape;863;p48"/>
          <p:cNvSpPr/>
          <p:nvPr>
            <p:ph idx="3" type="pic"/>
          </p:nvPr>
        </p:nvSpPr>
        <p:spPr>
          <a:xfrm>
            <a:off x="311725" y="1128325"/>
            <a:ext cx="2627100" cy="2273100"/>
          </a:xfrm>
          <a:prstGeom prst="rect">
            <a:avLst/>
          </a:prstGeom>
          <a:noFill/>
          <a:ln>
            <a:noFill/>
          </a:ln>
        </p:spPr>
      </p:sp>
      <p:sp>
        <p:nvSpPr>
          <p:cNvPr id="864" name="Google Shape;864;p48"/>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5" name="Google Shape;865;p48"/>
          <p:cNvSpPr/>
          <p:nvPr>
            <p:ph idx="5" type="pic"/>
          </p:nvPr>
        </p:nvSpPr>
        <p:spPr>
          <a:xfrm>
            <a:off x="3255250" y="1128325"/>
            <a:ext cx="2627100" cy="2273100"/>
          </a:xfrm>
          <a:prstGeom prst="rect">
            <a:avLst/>
          </a:prstGeom>
          <a:noFill/>
          <a:ln>
            <a:noFill/>
          </a:ln>
        </p:spPr>
      </p:sp>
      <p:sp>
        <p:nvSpPr>
          <p:cNvPr id="866" name="Google Shape;866;p48"/>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67" name="Google Shape;867;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4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69" name="Google Shape;869;p4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870" name="Google Shape;870;p4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871" name="Shape 871"/>
        <p:cNvGrpSpPr/>
        <p:nvPr/>
      </p:nvGrpSpPr>
      <p:grpSpPr>
        <a:xfrm>
          <a:off x="0" y="0"/>
          <a:ext cx="0" cy="0"/>
          <a:chOff x="0" y="0"/>
          <a:chExt cx="0" cy="0"/>
        </a:xfrm>
      </p:grpSpPr>
      <p:sp>
        <p:nvSpPr>
          <p:cNvPr id="872" name="Google Shape;872;p4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873" name="Shape 873"/>
        <p:cNvGrpSpPr/>
        <p:nvPr/>
      </p:nvGrpSpPr>
      <p:grpSpPr>
        <a:xfrm>
          <a:off x="0" y="0"/>
          <a:ext cx="0" cy="0"/>
          <a:chOff x="0" y="0"/>
          <a:chExt cx="0" cy="0"/>
        </a:xfrm>
      </p:grpSpPr>
      <p:sp>
        <p:nvSpPr>
          <p:cNvPr id="874" name="Google Shape;874;p50"/>
          <p:cNvSpPr/>
          <p:nvPr>
            <p:ph idx="2" type="pic"/>
          </p:nvPr>
        </p:nvSpPr>
        <p:spPr>
          <a:xfrm>
            <a:off x="3389600" y="118913"/>
            <a:ext cx="1643700" cy="1535100"/>
          </a:xfrm>
          <a:prstGeom prst="rect">
            <a:avLst/>
          </a:prstGeom>
          <a:noFill/>
          <a:ln>
            <a:noFill/>
          </a:ln>
        </p:spPr>
      </p:sp>
      <p:sp>
        <p:nvSpPr>
          <p:cNvPr id="875" name="Google Shape;875;p50"/>
          <p:cNvSpPr/>
          <p:nvPr>
            <p:ph idx="3" type="pic"/>
          </p:nvPr>
        </p:nvSpPr>
        <p:spPr>
          <a:xfrm>
            <a:off x="5195935" y="118913"/>
            <a:ext cx="1643700" cy="1535100"/>
          </a:xfrm>
          <a:prstGeom prst="rect">
            <a:avLst/>
          </a:prstGeom>
          <a:noFill/>
          <a:ln>
            <a:noFill/>
          </a:ln>
        </p:spPr>
      </p:sp>
      <p:sp>
        <p:nvSpPr>
          <p:cNvPr id="876" name="Google Shape;876;p50"/>
          <p:cNvSpPr/>
          <p:nvPr>
            <p:ph idx="4" type="pic"/>
          </p:nvPr>
        </p:nvSpPr>
        <p:spPr>
          <a:xfrm>
            <a:off x="7002270" y="118913"/>
            <a:ext cx="1643700" cy="1535100"/>
          </a:xfrm>
          <a:prstGeom prst="rect">
            <a:avLst/>
          </a:prstGeom>
          <a:noFill/>
          <a:ln>
            <a:noFill/>
          </a:ln>
        </p:spPr>
      </p:sp>
      <p:sp>
        <p:nvSpPr>
          <p:cNvPr id="877" name="Google Shape;877;p50"/>
          <p:cNvSpPr/>
          <p:nvPr>
            <p:ph idx="5" type="pic"/>
          </p:nvPr>
        </p:nvSpPr>
        <p:spPr>
          <a:xfrm>
            <a:off x="3389588" y="1804212"/>
            <a:ext cx="1643700" cy="1535100"/>
          </a:xfrm>
          <a:prstGeom prst="rect">
            <a:avLst/>
          </a:prstGeom>
          <a:noFill/>
          <a:ln>
            <a:noFill/>
          </a:ln>
        </p:spPr>
      </p:sp>
      <p:sp>
        <p:nvSpPr>
          <p:cNvPr id="878" name="Google Shape;878;p50"/>
          <p:cNvSpPr/>
          <p:nvPr>
            <p:ph idx="6" type="pic"/>
          </p:nvPr>
        </p:nvSpPr>
        <p:spPr>
          <a:xfrm>
            <a:off x="5195922" y="1804212"/>
            <a:ext cx="1643700" cy="1535100"/>
          </a:xfrm>
          <a:prstGeom prst="rect">
            <a:avLst/>
          </a:prstGeom>
          <a:noFill/>
          <a:ln>
            <a:noFill/>
          </a:ln>
        </p:spPr>
      </p:sp>
      <p:sp>
        <p:nvSpPr>
          <p:cNvPr id="879" name="Google Shape;879;p50"/>
          <p:cNvSpPr/>
          <p:nvPr>
            <p:ph idx="7" type="pic"/>
          </p:nvPr>
        </p:nvSpPr>
        <p:spPr>
          <a:xfrm>
            <a:off x="7002257" y="1804212"/>
            <a:ext cx="1643700" cy="1535100"/>
          </a:xfrm>
          <a:prstGeom prst="rect">
            <a:avLst/>
          </a:prstGeom>
          <a:noFill/>
          <a:ln>
            <a:noFill/>
          </a:ln>
        </p:spPr>
      </p:sp>
      <p:sp>
        <p:nvSpPr>
          <p:cNvPr id="880" name="Google Shape;880;p5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1" name="Google Shape;881;p50"/>
          <p:cNvSpPr/>
          <p:nvPr>
            <p:ph idx="8" type="pic"/>
          </p:nvPr>
        </p:nvSpPr>
        <p:spPr>
          <a:xfrm>
            <a:off x="3389588" y="3489487"/>
            <a:ext cx="1643700" cy="1535100"/>
          </a:xfrm>
          <a:prstGeom prst="rect">
            <a:avLst/>
          </a:prstGeom>
          <a:noFill/>
          <a:ln>
            <a:noFill/>
          </a:ln>
        </p:spPr>
      </p:sp>
      <p:sp>
        <p:nvSpPr>
          <p:cNvPr id="882" name="Google Shape;882;p50"/>
          <p:cNvSpPr/>
          <p:nvPr>
            <p:ph idx="9" type="pic"/>
          </p:nvPr>
        </p:nvSpPr>
        <p:spPr>
          <a:xfrm>
            <a:off x="5195922" y="3489487"/>
            <a:ext cx="1643700" cy="1535100"/>
          </a:xfrm>
          <a:prstGeom prst="rect">
            <a:avLst/>
          </a:prstGeom>
          <a:noFill/>
          <a:ln>
            <a:noFill/>
          </a:ln>
        </p:spPr>
      </p:sp>
      <p:sp>
        <p:nvSpPr>
          <p:cNvPr id="883" name="Google Shape;883;p5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BLANK_16_1_1">
    <p:bg>
      <p:bgPr>
        <a:solidFill>
          <a:schemeClr val="lt2"/>
        </a:solidFill>
      </p:bgPr>
    </p:bg>
    <p:spTree>
      <p:nvGrpSpPr>
        <p:cNvPr id="887" name="Shape 887"/>
        <p:cNvGrpSpPr/>
        <p:nvPr/>
      </p:nvGrpSpPr>
      <p:grpSpPr>
        <a:xfrm>
          <a:off x="0" y="0"/>
          <a:ext cx="0" cy="0"/>
          <a:chOff x="0" y="0"/>
          <a:chExt cx="0" cy="0"/>
        </a:xfrm>
      </p:grpSpPr>
      <p:sp>
        <p:nvSpPr>
          <p:cNvPr id="888" name="Google Shape;888;p52"/>
          <p:cNvSpPr/>
          <p:nvPr/>
        </p:nvSpPr>
        <p:spPr>
          <a:xfrm>
            <a:off x="0" y="0"/>
            <a:ext cx="5440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89" name="Google Shape;889;p52"/>
          <p:cNvSpPr/>
          <p:nvPr/>
        </p:nvSpPr>
        <p:spPr>
          <a:xfrm>
            <a:off x="5440200" y="555250"/>
            <a:ext cx="3703800" cy="4588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90" name="Google Shape;890;p52"/>
          <p:cNvSpPr/>
          <p:nvPr/>
        </p:nvSpPr>
        <p:spPr>
          <a:xfrm>
            <a:off x="636875" y="563400"/>
            <a:ext cx="4803000" cy="4588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891" name="Google Shape;891;p52"/>
          <p:cNvSpPr txBox="1"/>
          <p:nvPr>
            <p:ph type="title"/>
          </p:nvPr>
        </p:nvSpPr>
        <p:spPr>
          <a:xfrm>
            <a:off x="876900" y="874250"/>
            <a:ext cx="4387500" cy="263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SzPts val="3000"/>
              <a:buNone/>
              <a:defRPr sz="7500"/>
            </a:lvl1pPr>
            <a:lvl2pPr lvl="1">
              <a:lnSpc>
                <a:spcPct val="80000"/>
              </a:lnSpc>
              <a:spcBef>
                <a:spcPts val="0"/>
              </a:spcBef>
              <a:spcAft>
                <a:spcPts val="0"/>
              </a:spcAft>
              <a:buSzPts val="3000"/>
              <a:buNone/>
              <a:defRPr sz="7500">
                <a:latin typeface="Quantico"/>
                <a:ea typeface="Quantico"/>
                <a:cs typeface="Quantico"/>
                <a:sym typeface="Quantico"/>
              </a:defRPr>
            </a:lvl2pPr>
            <a:lvl3pPr lvl="2">
              <a:lnSpc>
                <a:spcPct val="80000"/>
              </a:lnSpc>
              <a:spcBef>
                <a:spcPts val="0"/>
              </a:spcBef>
              <a:spcAft>
                <a:spcPts val="0"/>
              </a:spcAft>
              <a:buSzPts val="3000"/>
              <a:buNone/>
              <a:defRPr sz="7500">
                <a:latin typeface="Quantico"/>
                <a:ea typeface="Quantico"/>
                <a:cs typeface="Quantico"/>
                <a:sym typeface="Quantico"/>
              </a:defRPr>
            </a:lvl3pPr>
            <a:lvl4pPr lvl="3">
              <a:lnSpc>
                <a:spcPct val="80000"/>
              </a:lnSpc>
              <a:spcBef>
                <a:spcPts val="0"/>
              </a:spcBef>
              <a:spcAft>
                <a:spcPts val="0"/>
              </a:spcAft>
              <a:buSzPts val="3000"/>
              <a:buNone/>
              <a:defRPr sz="7500">
                <a:latin typeface="Quantico"/>
                <a:ea typeface="Quantico"/>
                <a:cs typeface="Quantico"/>
                <a:sym typeface="Quantico"/>
              </a:defRPr>
            </a:lvl4pPr>
            <a:lvl5pPr lvl="4">
              <a:lnSpc>
                <a:spcPct val="80000"/>
              </a:lnSpc>
              <a:spcBef>
                <a:spcPts val="0"/>
              </a:spcBef>
              <a:spcAft>
                <a:spcPts val="0"/>
              </a:spcAft>
              <a:buSzPts val="3000"/>
              <a:buNone/>
              <a:defRPr sz="7500">
                <a:latin typeface="Quantico"/>
                <a:ea typeface="Quantico"/>
                <a:cs typeface="Quantico"/>
                <a:sym typeface="Quantico"/>
              </a:defRPr>
            </a:lvl5pPr>
            <a:lvl6pPr lvl="5">
              <a:lnSpc>
                <a:spcPct val="80000"/>
              </a:lnSpc>
              <a:spcBef>
                <a:spcPts val="0"/>
              </a:spcBef>
              <a:spcAft>
                <a:spcPts val="0"/>
              </a:spcAft>
              <a:buSzPts val="3000"/>
              <a:buNone/>
              <a:defRPr sz="7500">
                <a:latin typeface="Quantico"/>
                <a:ea typeface="Quantico"/>
                <a:cs typeface="Quantico"/>
                <a:sym typeface="Quantico"/>
              </a:defRPr>
            </a:lvl6pPr>
            <a:lvl7pPr lvl="6">
              <a:lnSpc>
                <a:spcPct val="80000"/>
              </a:lnSpc>
              <a:spcBef>
                <a:spcPts val="0"/>
              </a:spcBef>
              <a:spcAft>
                <a:spcPts val="0"/>
              </a:spcAft>
              <a:buSzPts val="3000"/>
              <a:buNone/>
              <a:defRPr sz="7500">
                <a:latin typeface="Quantico"/>
                <a:ea typeface="Quantico"/>
                <a:cs typeface="Quantico"/>
                <a:sym typeface="Quantico"/>
              </a:defRPr>
            </a:lvl7pPr>
            <a:lvl8pPr lvl="7">
              <a:lnSpc>
                <a:spcPct val="80000"/>
              </a:lnSpc>
              <a:spcBef>
                <a:spcPts val="0"/>
              </a:spcBef>
              <a:spcAft>
                <a:spcPts val="0"/>
              </a:spcAft>
              <a:buSzPts val="3000"/>
              <a:buNone/>
              <a:defRPr sz="7500">
                <a:latin typeface="Quantico"/>
                <a:ea typeface="Quantico"/>
                <a:cs typeface="Quantico"/>
                <a:sym typeface="Quantico"/>
              </a:defRPr>
            </a:lvl8pPr>
            <a:lvl9pPr lvl="8">
              <a:lnSpc>
                <a:spcPct val="80000"/>
              </a:lnSpc>
              <a:spcBef>
                <a:spcPts val="0"/>
              </a:spcBef>
              <a:spcAft>
                <a:spcPts val="0"/>
              </a:spcAft>
              <a:buSzPts val="3000"/>
              <a:buNone/>
              <a:defRPr sz="7500">
                <a:latin typeface="Quantico"/>
                <a:ea typeface="Quantico"/>
                <a:cs typeface="Quantico"/>
                <a:sym typeface="Quantico"/>
              </a:defRPr>
            </a:lvl9pPr>
          </a:lstStyle>
          <a:p/>
        </p:txBody>
      </p:sp>
      <p:sp>
        <p:nvSpPr>
          <p:cNvPr id="892" name="Google Shape;892;p52"/>
          <p:cNvSpPr txBox="1"/>
          <p:nvPr>
            <p:ph idx="1" type="subTitle"/>
          </p:nvPr>
        </p:nvSpPr>
        <p:spPr>
          <a:xfrm>
            <a:off x="958450" y="4298625"/>
            <a:ext cx="20085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100"/>
              <a:buNone/>
              <a:defRPr>
                <a:solidFill>
                  <a:schemeClr val="dk1"/>
                </a:solidFill>
              </a:defRPr>
            </a:lvl1pPr>
            <a:lvl2pPr lvl="1">
              <a:lnSpc>
                <a:spcPct val="115000"/>
              </a:lnSpc>
              <a:spcBef>
                <a:spcPts val="1000"/>
              </a:spcBef>
              <a:spcAft>
                <a:spcPts val="0"/>
              </a:spcAft>
              <a:buClr>
                <a:schemeClr val="dk1"/>
              </a:buClr>
              <a:buSzPts val="1100"/>
              <a:buNone/>
              <a:defRPr>
                <a:solidFill>
                  <a:schemeClr val="dk1"/>
                </a:solidFill>
              </a:defRPr>
            </a:lvl2pPr>
            <a:lvl3pPr lvl="2">
              <a:lnSpc>
                <a:spcPct val="115000"/>
              </a:lnSpc>
              <a:spcBef>
                <a:spcPts val="1000"/>
              </a:spcBef>
              <a:spcAft>
                <a:spcPts val="0"/>
              </a:spcAft>
              <a:buClr>
                <a:schemeClr val="dk1"/>
              </a:buClr>
              <a:buSzPts val="1100"/>
              <a:buNone/>
              <a:defRPr>
                <a:solidFill>
                  <a:schemeClr val="dk1"/>
                </a:solidFill>
              </a:defRPr>
            </a:lvl3pPr>
            <a:lvl4pPr lvl="3">
              <a:lnSpc>
                <a:spcPct val="115000"/>
              </a:lnSpc>
              <a:spcBef>
                <a:spcPts val="1000"/>
              </a:spcBef>
              <a:spcAft>
                <a:spcPts val="0"/>
              </a:spcAft>
              <a:buClr>
                <a:schemeClr val="dk1"/>
              </a:buClr>
              <a:buSzPts val="1100"/>
              <a:buNone/>
              <a:defRPr>
                <a:solidFill>
                  <a:schemeClr val="dk1"/>
                </a:solidFill>
              </a:defRPr>
            </a:lvl4pPr>
            <a:lvl5pPr lvl="4">
              <a:lnSpc>
                <a:spcPct val="115000"/>
              </a:lnSpc>
              <a:spcBef>
                <a:spcPts val="1000"/>
              </a:spcBef>
              <a:spcAft>
                <a:spcPts val="0"/>
              </a:spcAft>
              <a:buClr>
                <a:schemeClr val="dk1"/>
              </a:buClr>
              <a:buSzPts val="1100"/>
              <a:buNone/>
              <a:defRPr>
                <a:solidFill>
                  <a:schemeClr val="dk1"/>
                </a:solidFill>
              </a:defRPr>
            </a:lvl5pPr>
            <a:lvl6pPr lvl="5">
              <a:lnSpc>
                <a:spcPct val="115000"/>
              </a:lnSpc>
              <a:spcBef>
                <a:spcPts val="1000"/>
              </a:spcBef>
              <a:spcAft>
                <a:spcPts val="0"/>
              </a:spcAft>
              <a:buClr>
                <a:schemeClr val="dk1"/>
              </a:buClr>
              <a:buSzPts val="1100"/>
              <a:buNone/>
              <a:defRPr>
                <a:solidFill>
                  <a:schemeClr val="dk1"/>
                </a:solidFill>
              </a:defRPr>
            </a:lvl6pPr>
            <a:lvl7pPr lvl="6">
              <a:lnSpc>
                <a:spcPct val="115000"/>
              </a:lnSpc>
              <a:spcBef>
                <a:spcPts val="1000"/>
              </a:spcBef>
              <a:spcAft>
                <a:spcPts val="0"/>
              </a:spcAft>
              <a:buClr>
                <a:schemeClr val="dk1"/>
              </a:buClr>
              <a:buSzPts val="1100"/>
              <a:buNone/>
              <a:defRPr>
                <a:solidFill>
                  <a:schemeClr val="dk1"/>
                </a:solidFill>
              </a:defRPr>
            </a:lvl7pPr>
            <a:lvl8pPr lvl="7">
              <a:lnSpc>
                <a:spcPct val="115000"/>
              </a:lnSpc>
              <a:spcBef>
                <a:spcPts val="1000"/>
              </a:spcBef>
              <a:spcAft>
                <a:spcPts val="0"/>
              </a:spcAft>
              <a:buClr>
                <a:schemeClr val="dk1"/>
              </a:buClr>
              <a:buSzPts val="1100"/>
              <a:buNone/>
              <a:defRPr>
                <a:solidFill>
                  <a:schemeClr val="dk1"/>
                </a:solidFill>
              </a:defRPr>
            </a:lvl8pPr>
            <a:lvl9pPr lvl="8">
              <a:lnSpc>
                <a:spcPct val="115000"/>
              </a:lnSpc>
              <a:spcBef>
                <a:spcPts val="1000"/>
              </a:spcBef>
              <a:spcAft>
                <a:spcPts val="1000"/>
              </a:spcAft>
              <a:buClr>
                <a:schemeClr val="dk1"/>
              </a:buClr>
              <a:buSzPts val="1100"/>
              <a:buNone/>
              <a:defRPr>
                <a:solidFill>
                  <a:schemeClr val="dk1"/>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
    <p:bg>
      <p:bgPr>
        <a:solidFill>
          <a:schemeClr val="lt1"/>
        </a:solidFill>
      </p:bgPr>
    </p:bg>
    <p:spTree>
      <p:nvGrpSpPr>
        <p:cNvPr id="893" name="Shape 893"/>
        <p:cNvGrpSpPr/>
        <p:nvPr/>
      </p:nvGrpSpPr>
      <p:grpSpPr>
        <a:xfrm>
          <a:off x="0" y="0"/>
          <a:ext cx="0" cy="0"/>
          <a:chOff x="0" y="0"/>
          <a:chExt cx="0" cy="0"/>
        </a:xfrm>
      </p:grpSpPr>
      <p:sp>
        <p:nvSpPr>
          <p:cNvPr id="894" name="Google Shape;894;p53"/>
          <p:cNvSpPr txBox="1"/>
          <p:nvPr>
            <p:ph idx="1" type="subTitle"/>
          </p:nvPr>
        </p:nvSpPr>
        <p:spPr>
          <a:xfrm>
            <a:off x="411875" y="389750"/>
            <a:ext cx="2237100" cy="816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p:txBody>
      </p:sp>
      <p:sp>
        <p:nvSpPr>
          <p:cNvPr id="895" name="Google Shape;895;p53"/>
          <p:cNvSpPr txBox="1"/>
          <p:nvPr>
            <p:ph idx="2" type="subTitle"/>
          </p:nvPr>
        </p:nvSpPr>
        <p:spPr>
          <a:xfrm>
            <a:off x="3469838" y="218278"/>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896" name="Google Shape;896;p53"/>
          <p:cNvSpPr txBox="1"/>
          <p:nvPr>
            <p:ph idx="3" type="subTitle"/>
          </p:nvPr>
        </p:nvSpPr>
        <p:spPr>
          <a:xfrm>
            <a:off x="3469838" y="1064402"/>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897" name="Google Shape;897;p53"/>
          <p:cNvSpPr txBox="1"/>
          <p:nvPr>
            <p:ph idx="4" type="subTitle"/>
          </p:nvPr>
        </p:nvSpPr>
        <p:spPr>
          <a:xfrm>
            <a:off x="3469838" y="1923965"/>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accent6"/>
              </a:buClr>
              <a:buSzPts val="1000"/>
              <a:buNone/>
              <a:defRPr sz="2200">
                <a:solidFill>
                  <a:schemeClr val="accent6"/>
                </a:solidFill>
              </a:defRPr>
            </a:lvl1pPr>
            <a:lvl2pPr lvl="1">
              <a:lnSpc>
                <a:spcPct val="80000"/>
              </a:lnSpc>
              <a:spcBef>
                <a:spcPts val="0"/>
              </a:spcBef>
              <a:spcAft>
                <a:spcPts val="0"/>
              </a:spcAft>
              <a:buClr>
                <a:schemeClr val="accent6"/>
              </a:buClr>
              <a:buSzPts val="1000"/>
              <a:buNone/>
              <a:defRPr sz="2200">
                <a:solidFill>
                  <a:schemeClr val="accent6"/>
                </a:solidFill>
              </a:defRPr>
            </a:lvl2pPr>
            <a:lvl3pPr lvl="2">
              <a:lnSpc>
                <a:spcPct val="80000"/>
              </a:lnSpc>
              <a:spcBef>
                <a:spcPts val="0"/>
              </a:spcBef>
              <a:spcAft>
                <a:spcPts val="0"/>
              </a:spcAft>
              <a:buClr>
                <a:schemeClr val="accent6"/>
              </a:buClr>
              <a:buSzPts val="1000"/>
              <a:buNone/>
              <a:defRPr sz="2200">
                <a:solidFill>
                  <a:schemeClr val="accent6"/>
                </a:solidFill>
              </a:defRPr>
            </a:lvl3pPr>
            <a:lvl4pPr lvl="3">
              <a:lnSpc>
                <a:spcPct val="80000"/>
              </a:lnSpc>
              <a:spcBef>
                <a:spcPts val="0"/>
              </a:spcBef>
              <a:spcAft>
                <a:spcPts val="0"/>
              </a:spcAft>
              <a:buClr>
                <a:schemeClr val="accent6"/>
              </a:buClr>
              <a:buSzPts val="1000"/>
              <a:buNone/>
              <a:defRPr sz="2200">
                <a:solidFill>
                  <a:schemeClr val="accent6"/>
                </a:solidFill>
              </a:defRPr>
            </a:lvl4pPr>
            <a:lvl5pPr lvl="4">
              <a:lnSpc>
                <a:spcPct val="80000"/>
              </a:lnSpc>
              <a:spcBef>
                <a:spcPts val="0"/>
              </a:spcBef>
              <a:spcAft>
                <a:spcPts val="0"/>
              </a:spcAft>
              <a:buClr>
                <a:schemeClr val="accent6"/>
              </a:buClr>
              <a:buSzPts val="1000"/>
              <a:buNone/>
              <a:defRPr sz="2200">
                <a:solidFill>
                  <a:schemeClr val="accent6"/>
                </a:solidFill>
              </a:defRPr>
            </a:lvl5pPr>
            <a:lvl6pPr lvl="5">
              <a:lnSpc>
                <a:spcPct val="80000"/>
              </a:lnSpc>
              <a:spcBef>
                <a:spcPts val="0"/>
              </a:spcBef>
              <a:spcAft>
                <a:spcPts val="0"/>
              </a:spcAft>
              <a:buClr>
                <a:schemeClr val="accent6"/>
              </a:buClr>
              <a:buSzPts val="1000"/>
              <a:buNone/>
              <a:defRPr sz="2200">
                <a:solidFill>
                  <a:schemeClr val="accent6"/>
                </a:solidFill>
              </a:defRPr>
            </a:lvl6pPr>
            <a:lvl7pPr lvl="6">
              <a:lnSpc>
                <a:spcPct val="80000"/>
              </a:lnSpc>
              <a:spcBef>
                <a:spcPts val="0"/>
              </a:spcBef>
              <a:spcAft>
                <a:spcPts val="0"/>
              </a:spcAft>
              <a:buClr>
                <a:schemeClr val="accent6"/>
              </a:buClr>
              <a:buSzPts val="1000"/>
              <a:buNone/>
              <a:defRPr sz="2200">
                <a:solidFill>
                  <a:schemeClr val="accent6"/>
                </a:solidFill>
              </a:defRPr>
            </a:lvl7pPr>
            <a:lvl8pPr lvl="7">
              <a:lnSpc>
                <a:spcPct val="80000"/>
              </a:lnSpc>
              <a:spcBef>
                <a:spcPts val="0"/>
              </a:spcBef>
              <a:spcAft>
                <a:spcPts val="0"/>
              </a:spcAft>
              <a:buClr>
                <a:schemeClr val="accent6"/>
              </a:buClr>
              <a:buSzPts val="1000"/>
              <a:buNone/>
              <a:defRPr sz="2200">
                <a:solidFill>
                  <a:schemeClr val="accent6"/>
                </a:solidFill>
              </a:defRPr>
            </a:lvl8pPr>
            <a:lvl9pPr lvl="8">
              <a:lnSpc>
                <a:spcPct val="80000"/>
              </a:lnSpc>
              <a:spcBef>
                <a:spcPts val="0"/>
              </a:spcBef>
              <a:spcAft>
                <a:spcPts val="0"/>
              </a:spcAft>
              <a:buClr>
                <a:schemeClr val="accent6"/>
              </a:buClr>
              <a:buSzPts val="1000"/>
              <a:buNone/>
              <a:defRPr sz="2200">
                <a:solidFill>
                  <a:schemeClr val="accent6"/>
                </a:solidFill>
              </a:defRPr>
            </a:lvl9pPr>
          </a:lstStyle>
          <a:p/>
        </p:txBody>
      </p:sp>
      <p:sp>
        <p:nvSpPr>
          <p:cNvPr id="898" name="Google Shape;898;p53"/>
          <p:cNvSpPr txBox="1"/>
          <p:nvPr>
            <p:ph idx="5" type="subTitle"/>
          </p:nvPr>
        </p:nvSpPr>
        <p:spPr>
          <a:xfrm>
            <a:off x="3469838" y="2810376"/>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899" name="Google Shape;899;p53"/>
          <p:cNvSpPr txBox="1"/>
          <p:nvPr>
            <p:ph idx="6" type="subTitle"/>
          </p:nvPr>
        </p:nvSpPr>
        <p:spPr>
          <a:xfrm>
            <a:off x="3469838" y="3646164"/>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
        <p:nvSpPr>
          <p:cNvPr id="900" name="Google Shape;900;p53"/>
          <p:cNvSpPr txBox="1"/>
          <p:nvPr>
            <p:ph idx="7" type="subTitle"/>
          </p:nvPr>
        </p:nvSpPr>
        <p:spPr>
          <a:xfrm>
            <a:off x="3469838" y="4530963"/>
            <a:ext cx="5659800" cy="452700"/>
          </a:xfrm>
          <a:prstGeom prst="rect">
            <a:avLst/>
          </a:prstGeom>
        </p:spPr>
        <p:txBody>
          <a:bodyPr anchorCtr="0" anchor="ctr" bIns="0" lIns="0" spcFirstLastPara="1" rIns="91425" wrap="square" tIns="0">
            <a:noAutofit/>
          </a:bodyPr>
          <a:lstStyle>
            <a:lvl1pPr lvl="0">
              <a:lnSpc>
                <a:spcPct val="80000"/>
              </a:lnSpc>
              <a:spcBef>
                <a:spcPts val="0"/>
              </a:spcBef>
              <a:spcAft>
                <a:spcPts val="0"/>
              </a:spcAft>
              <a:buClr>
                <a:schemeClr val="dk1"/>
              </a:buClr>
              <a:buSzPts val="1000"/>
              <a:buNone/>
              <a:defRPr sz="2200">
                <a:solidFill>
                  <a:schemeClr val="dk1"/>
                </a:solidFill>
              </a:defRPr>
            </a:lvl1pPr>
            <a:lvl2pPr lvl="1">
              <a:lnSpc>
                <a:spcPct val="80000"/>
              </a:lnSpc>
              <a:spcBef>
                <a:spcPts val="0"/>
              </a:spcBef>
              <a:spcAft>
                <a:spcPts val="0"/>
              </a:spcAft>
              <a:buClr>
                <a:schemeClr val="dk1"/>
              </a:buClr>
              <a:buSzPts val="1000"/>
              <a:buNone/>
              <a:defRPr sz="2200">
                <a:solidFill>
                  <a:schemeClr val="dk1"/>
                </a:solidFill>
              </a:defRPr>
            </a:lvl2pPr>
            <a:lvl3pPr lvl="2">
              <a:lnSpc>
                <a:spcPct val="80000"/>
              </a:lnSpc>
              <a:spcBef>
                <a:spcPts val="0"/>
              </a:spcBef>
              <a:spcAft>
                <a:spcPts val="0"/>
              </a:spcAft>
              <a:buClr>
                <a:schemeClr val="dk1"/>
              </a:buClr>
              <a:buSzPts val="1000"/>
              <a:buNone/>
              <a:defRPr sz="2200">
                <a:solidFill>
                  <a:schemeClr val="dk1"/>
                </a:solidFill>
              </a:defRPr>
            </a:lvl3pPr>
            <a:lvl4pPr lvl="3">
              <a:lnSpc>
                <a:spcPct val="80000"/>
              </a:lnSpc>
              <a:spcBef>
                <a:spcPts val="0"/>
              </a:spcBef>
              <a:spcAft>
                <a:spcPts val="0"/>
              </a:spcAft>
              <a:buClr>
                <a:schemeClr val="dk1"/>
              </a:buClr>
              <a:buSzPts val="1000"/>
              <a:buNone/>
              <a:defRPr sz="2200">
                <a:solidFill>
                  <a:schemeClr val="dk1"/>
                </a:solidFill>
              </a:defRPr>
            </a:lvl4pPr>
            <a:lvl5pPr lvl="4">
              <a:lnSpc>
                <a:spcPct val="80000"/>
              </a:lnSpc>
              <a:spcBef>
                <a:spcPts val="0"/>
              </a:spcBef>
              <a:spcAft>
                <a:spcPts val="0"/>
              </a:spcAft>
              <a:buClr>
                <a:schemeClr val="dk1"/>
              </a:buClr>
              <a:buSzPts val="1000"/>
              <a:buNone/>
              <a:defRPr sz="2200">
                <a:solidFill>
                  <a:schemeClr val="dk1"/>
                </a:solidFill>
              </a:defRPr>
            </a:lvl5pPr>
            <a:lvl6pPr lvl="5">
              <a:lnSpc>
                <a:spcPct val="80000"/>
              </a:lnSpc>
              <a:spcBef>
                <a:spcPts val="0"/>
              </a:spcBef>
              <a:spcAft>
                <a:spcPts val="0"/>
              </a:spcAft>
              <a:buClr>
                <a:schemeClr val="dk1"/>
              </a:buClr>
              <a:buSzPts val="1000"/>
              <a:buNone/>
              <a:defRPr sz="2200">
                <a:solidFill>
                  <a:schemeClr val="dk1"/>
                </a:solidFill>
              </a:defRPr>
            </a:lvl6pPr>
            <a:lvl7pPr lvl="6">
              <a:lnSpc>
                <a:spcPct val="80000"/>
              </a:lnSpc>
              <a:spcBef>
                <a:spcPts val="0"/>
              </a:spcBef>
              <a:spcAft>
                <a:spcPts val="0"/>
              </a:spcAft>
              <a:buClr>
                <a:schemeClr val="dk1"/>
              </a:buClr>
              <a:buSzPts val="1000"/>
              <a:buNone/>
              <a:defRPr sz="2200">
                <a:solidFill>
                  <a:schemeClr val="dk1"/>
                </a:solidFill>
              </a:defRPr>
            </a:lvl7pPr>
            <a:lvl8pPr lvl="7">
              <a:lnSpc>
                <a:spcPct val="80000"/>
              </a:lnSpc>
              <a:spcBef>
                <a:spcPts val="0"/>
              </a:spcBef>
              <a:spcAft>
                <a:spcPts val="0"/>
              </a:spcAft>
              <a:buClr>
                <a:schemeClr val="dk1"/>
              </a:buClr>
              <a:buSzPts val="1000"/>
              <a:buNone/>
              <a:defRPr sz="2200">
                <a:solidFill>
                  <a:schemeClr val="dk1"/>
                </a:solidFill>
              </a:defRPr>
            </a:lvl8pPr>
            <a:lvl9pPr lvl="8">
              <a:lnSpc>
                <a:spcPct val="80000"/>
              </a:lnSpc>
              <a:spcBef>
                <a:spcPts val="0"/>
              </a:spcBef>
              <a:spcAft>
                <a:spcPts val="0"/>
              </a:spcAft>
              <a:buClr>
                <a:schemeClr val="dk1"/>
              </a:buClr>
              <a:buSzPts val="1000"/>
              <a:buNone/>
              <a:defRPr sz="2200">
                <a:solidFill>
                  <a:schemeClr val="dk1"/>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1_1_1_1_1_1">
    <p:bg>
      <p:bgPr>
        <a:solidFill>
          <a:schemeClr val="accent2"/>
        </a:solidFill>
      </p:bgPr>
    </p:bg>
    <p:spTree>
      <p:nvGrpSpPr>
        <p:cNvPr id="901" name="Shape 901"/>
        <p:cNvGrpSpPr/>
        <p:nvPr/>
      </p:nvGrpSpPr>
      <p:grpSpPr>
        <a:xfrm>
          <a:off x="0" y="0"/>
          <a:ext cx="0" cy="0"/>
          <a:chOff x="0" y="0"/>
          <a:chExt cx="0" cy="0"/>
        </a:xfrm>
      </p:grpSpPr>
      <p:sp>
        <p:nvSpPr>
          <p:cNvPr id="902" name="Google Shape;902;p54"/>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03" name="Google Shape;903;p54"/>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04" name="Google Shape;904;p54"/>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05" name="Google Shape;905;p54"/>
          <p:cNvSpPr/>
          <p:nvPr/>
        </p:nvSpPr>
        <p:spPr>
          <a:xfrm>
            <a:off x="557100" y="5571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06" name="Google Shape;906;p54"/>
          <p:cNvSpPr txBox="1"/>
          <p:nvPr>
            <p:ph type="title"/>
          </p:nvPr>
        </p:nvSpPr>
        <p:spPr>
          <a:xfrm>
            <a:off x="941650" y="795275"/>
            <a:ext cx="2861400" cy="8166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3000"/>
              <a:buNone/>
              <a:defRPr sz="2400">
                <a:solidFill>
                  <a:schemeClr val="accent6"/>
                </a:solidFill>
              </a:defRPr>
            </a:lvl1pPr>
            <a:lvl2pPr lvl="1">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907" name="Google Shape;907;p54"/>
          <p:cNvSpPr txBox="1"/>
          <p:nvPr>
            <p:ph idx="2" type="title"/>
          </p:nvPr>
        </p:nvSpPr>
        <p:spPr>
          <a:xfrm>
            <a:off x="439960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908" name="Google Shape;908;p54"/>
          <p:cNvSpPr txBox="1"/>
          <p:nvPr>
            <p:ph idx="3" type="title"/>
          </p:nvPr>
        </p:nvSpPr>
        <p:spPr>
          <a:xfrm>
            <a:off x="6496050" y="83542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909" name="Google Shape;909;p54"/>
          <p:cNvSpPr txBox="1"/>
          <p:nvPr>
            <p:ph idx="4" type="title"/>
          </p:nvPr>
        </p:nvSpPr>
        <p:spPr>
          <a:xfrm>
            <a:off x="438560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910" name="Google Shape;910;p54"/>
          <p:cNvSpPr txBox="1"/>
          <p:nvPr>
            <p:ph idx="5" type="title"/>
          </p:nvPr>
        </p:nvSpPr>
        <p:spPr>
          <a:xfrm>
            <a:off x="6496050" y="2797575"/>
            <a:ext cx="2703600" cy="772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3"/>
              </a:buClr>
              <a:buSzPts val="3000"/>
              <a:buNone/>
              <a:defRPr sz="2200">
                <a:solidFill>
                  <a:schemeClr val="accent3"/>
                </a:solidFill>
              </a:defRPr>
            </a:lvl1pPr>
            <a:lvl2pPr lvl="1">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None/>
              <a:defRPr sz="2200">
                <a:solidFill>
                  <a:schemeClr val="accent3"/>
                </a:solidFill>
                <a:latin typeface="Quantico"/>
                <a:ea typeface="Quantico"/>
                <a:cs typeface="Quantico"/>
                <a:sym typeface="Quantico"/>
              </a:defRPr>
            </a:lvl9pPr>
          </a:lstStyle>
          <a:p/>
        </p:txBody>
      </p:sp>
      <p:sp>
        <p:nvSpPr>
          <p:cNvPr id="911" name="Google Shape;911;p54"/>
          <p:cNvSpPr txBox="1"/>
          <p:nvPr>
            <p:ph idx="6" type="title"/>
          </p:nvPr>
        </p:nvSpPr>
        <p:spPr>
          <a:xfrm>
            <a:off x="4423700"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912" name="Google Shape;912;p54"/>
          <p:cNvSpPr txBox="1"/>
          <p:nvPr>
            <p:ph idx="7" type="title"/>
          </p:nvPr>
        </p:nvSpPr>
        <p:spPr>
          <a:xfrm>
            <a:off x="6562725" y="137955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913" name="Google Shape;913;p54"/>
          <p:cNvSpPr txBox="1"/>
          <p:nvPr>
            <p:ph idx="8" type="title"/>
          </p:nvPr>
        </p:nvSpPr>
        <p:spPr>
          <a:xfrm>
            <a:off x="4423700" y="3341700"/>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914" name="Google Shape;914;p54"/>
          <p:cNvSpPr txBox="1"/>
          <p:nvPr>
            <p:ph idx="9" type="title"/>
          </p:nvPr>
        </p:nvSpPr>
        <p:spPr>
          <a:xfrm>
            <a:off x="6562725" y="3341688"/>
            <a:ext cx="1703700" cy="772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p:txBody>
      </p:sp>
      <p:sp>
        <p:nvSpPr>
          <p:cNvPr id="915" name="Google Shape;915;p54"/>
          <p:cNvSpPr txBox="1"/>
          <p:nvPr>
            <p:ph idx="13" type="title"/>
          </p:nvPr>
        </p:nvSpPr>
        <p:spPr>
          <a:xfrm>
            <a:off x="966700" y="1417525"/>
            <a:ext cx="2072700" cy="1705200"/>
          </a:xfrm>
          <a:prstGeom prst="rect">
            <a:avLst/>
          </a:prstGeom>
        </p:spPr>
        <p:txBody>
          <a:bodyPr anchorCtr="0" anchor="t" bIns="0" lIns="0" spcFirstLastPara="1" rIns="91425" wrap="square" tIns="0">
            <a:noAutofit/>
          </a:bodyPr>
          <a:lstStyle>
            <a:lvl1pPr lvl="0">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1_1_1_1_1_1_1_1_1_1">
    <p:bg>
      <p:bgPr>
        <a:solidFill>
          <a:schemeClr val="dk2"/>
        </a:solidFill>
      </p:bgPr>
    </p:bg>
    <p:spTree>
      <p:nvGrpSpPr>
        <p:cNvPr id="916" name="Shape 916"/>
        <p:cNvGrpSpPr/>
        <p:nvPr/>
      </p:nvGrpSpPr>
      <p:grpSpPr>
        <a:xfrm>
          <a:off x="0" y="0"/>
          <a:ext cx="0" cy="0"/>
          <a:chOff x="0" y="0"/>
          <a:chExt cx="0" cy="0"/>
        </a:xfrm>
      </p:grpSpPr>
      <p:sp>
        <p:nvSpPr>
          <p:cNvPr id="917" name="Google Shape;917;p55"/>
          <p:cNvSpPr/>
          <p:nvPr/>
        </p:nvSpPr>
        <p:spPr>
          <a:xfrm>
            <a:off x="5404500" y="-50"/>
            <a:ext cx="37395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18" name="Google Shape;918;p55"/>
          <p:cNvSpPr/>
          <p:nvPr/>
        </p:nvSpPr>
        <p:spPr>
          <a:xfrm>
            <a:off x="0" y="1499700"/>
            <a:ext cx="9144000" cy="3645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19" name="Google Shape;919;p55"/>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20" name="Google Shape;920;p55"/>
          <p:cNvSpPr txBox="1"/>
          <p:nvPr>
            <p:ph idx="1" type="subTitle"/>
          </p:nvPr>
        </p:nvSpPr>
        <p:spPr>
          <a:xfrm>
            <a:off x="5792075" y="1776150"/>
            <a:ext cx="2799600" cy="30921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p:txBody>
      </p:sp>
      <p:sp>
        <p:nvSpPr>
          <p:cNvPr id="921" name="Google Shape;921;p55"/>
          <p:cNvSpPr/>
          <p:nvPr>
            <p:ph idx="2" type="pic"/>
          </p:nvPr>
        </p:nvSpPr>
        <p:spPr>
          <a:xfrm>
            <a:off x="1801500" y="1497750"/>
            <a:ext cx="1801500" cy="1822500"/>
          </a:xfrm>
          <a:prstGeom prst="snip1Rect">
            <a:avLst>
              <a:gd fmla="val 17337" name="adj"/>
            </a:avLst>
          </a:prstGeom>
          <a:noFill/>
          <a:ln>
            <a:noFill/>
          </a:ln>
        </p:spPr>
      </p:sp>
      <p:sp>
        <p:nvSpPr>
          <p:cNvPr id="922" name="Google Shape;922;p55"/>
          <p:cNvSpPr/>
          <p:nvPr>
            <p:ph idx="3" type="pic"/>
          </p:nvPr>
        </p:nvSpPr>
        <p:spPr>
          <a:xfrm>
            <a:off x="1801500" y="3320250"/>
            <a:ext cx="1801500" cy="1822500"/>
          </a:xfrm>
          <a:prstGeom prst="snip1Rect">
            <a:avLst>
              <a:gd fmla="val 17337" name="adj"/>
            </a:avLst>
          </a:prstGeom>
          <a:noFill/>
          <a:ln>
            <a:noFill/>
          </a:ln>
        </p:spPr>
      </p:sp>
      <p:sp>
        <p:nvSpPr>
          <p:cNvPr id="923" name="Google Shape;923;p55"/>
          <p:cNvSpPr/>
          <p:nvPr>
            <p:ph idx="4" type="pic"/>
          </p:nvPr>
        </p:nvSpPr>
        <p:spPr>
          <a:xfrm>
            <a:off x="0" y="1497750"/>
            <a:ext cx="1801500" cy="1822500"/>
          </a:xfrm>
          <a:prstGeom prst="snip1Rect">
            <a:avLst>
              <a:gd fmla="val 17337" name="adj"/>
            </a:avLst>
          </a:prstGeom>
          <a:noFill/>
          <a:ln>
            <a:noFill/>
          </a:ln>
        </p:spPr>
      </p:sp>
      <p:sp>
        <p:nvSpPr>
          <p:cNvPr id="924" name="Google Shape;924;p55"/>
          <p:cNvSpPr/>
          <p:nvPr>
            <p:ph idx="5" type="pic"/>
          </p:nvPr>
        </p:nvSpPr>
        <p:spPr>
          <a:xfrm>
            <a:off x="0" y="3320250"/>
            <a:ext cx="1801500" cy="1822500"/>
          </a:xfrm>
          <a:prstGeom prst="snip1Rect">
            <a:avLst>
              <a:gd fmla="val 17337" name="adj"/>
            </a:avLst>
          </a:prstGeom>
          <a:noFill/>
          <a:ln>
            <a:noFill/>
          </a:ln>
        </p:spPr>
      </p:sp>
      <p:sp>
        <p:nvSpPr>
          <p:cNvPr id="925" name="Google Shape;925;p55"/>
          <p:cNvSpPr/>
          <p:nvPr>
            <p:ph idx="6" type="pic"/>
          </p:nvPr>
        </p:nvSpPr>
        <p:spPr>
          <a:xfrm>
            <a:off x="3603000" y="1497750"/>
            <a:ext cx="1801500" cy="1822500"/>
          </a:xfrm>
          <a:prstGeom prst="snip1Rect">
            <a:avLst>
              <a:gd fmla="val 17337" name="adj"/>
            </a:avLst>
          </a:prstGeom>
          <a:noFill/>
          <a:ln>
            <a:noFill/>
          </a:ln>
        </p:spPr>
      </p:sp>
      <p:sp>
        <p:nvSpPr>
          <p:cNvPr id="926" name="Google Shape;926;p55"/>
          <p:cNvSpPr/>
          <p:nvPr>
            <p:ph idx="7" type="pic"/>
          </p:nvPr>
        </p:nvSpPr>
        <p:spPr>
          <a:xfrm>
            <a:off x="3603000" y="3320250"/>
            <a:ext cx="1801500" cy="1822500"/>
          </a:xfrm>
          <a:prstGeom prst="snip1Rect">
            <a:avLst>
              <a:gd fmla="val 17337" name="adj"/>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3">
  <p:cSld name="BLANK_1_1_1_1_1_1_1_1_1_1_1_1">
    <p:bg>
      <p:bgPr>
        <a:solidFill>
          <a:schemeClr val="lt1"/>
        </a:solidFill>
      </p:bgPr>
    </p:bg>
    <p:spTree>
      <p:nvGrpSpPr>
        <p:cNvPr id="927" name="Shape 927"/>
        <p:cNvGrpSpPr/>
        <p:nvPr/>
      </p:nvGrpSpPr>
      <p:grpSpPr>
        <a:xfrm>
          <a:off x="0" y="0"/>
          <a:ext cx="0" cy="0"/>
          <a:chOff x="0" y="0"/>
          <a:chExt cx="0" cy="0"/>
        </a:xfrm>
      </p:grpSpPr>
      <p:sp>
        <p:nvSpPr>
          <p:cNvPr id="928" name="Google Shape;928;p56"/>
          <p:cNvSpPr/>
          <p:nvPr/>
        </p:nvSpPr>
        <p:spPr>
          <a:xfrm>
            <a:off x="5404500" y="-50"/>
            <a:ext cx="37395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29" name="Google Shape;929;p56"/>
          <p:cNvSpPr/>
          <p:nvPr/>
        </p:nvSpPr>
        <p:spPr>
          <a:xfrm>
            <a:off x="0" y="1499700"/>
            <a:ext cx="9144000" cy="364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30" name="Google Shape;930;p56"/>
          <p:cNvSpPr/>
          <p:nvPr/>
        </p:nvSpPr>
        <p:spPr>
          <a:xfrm>
            <a:off x="5404500" y="1499700"/>
            <a:ext cx="3739500" cy="3645000"/>
          </a:xfrm>
          <a:prstGeom prst="snip1Rect">
            <a:avLst>
              <a:gd fmla="val 16667"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31" name="Google Shape;931;p56"/>
          <p:cNvSpPr txBox="1"/>
          <p:nvPr>
            <p:ph type="title"/>
          </p:nvPr>
        </p:nvSpPr>
        <p:spPr>
          <a:xfrm>
            <a:off x="5821575" y="1709925"/>
            <a:ext cx="2882700" cy="627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600"/>
              <a:buFont typeface="Lato"/>
              <a:buNone/>
              <a:defRPr b="1" sz="2400">
                <a:latin typeface="Lato"/>
                <a:ea typeface="Lato"/>
                <a:cs typeface="Lato"/>
                <a:sym typeface="Lato"/>
              </a:defRPr>
            </a:lvl1pPr>
            <a:lvl2pPr lvl="1">
              <a:lnSpc>
                <a:spcPct val="80000"/>
              </a:lnSpc>
              <a:spcBef>
                <a:spcPts val="0"/>
              </a:spcBef>
              <a:spcAft>
                <a:spcPts val="0"/>
              </a:spcAft>
              <a:buClr>
                <a:schemeClr val="dk1"/>
              </a:buClr>
              <a:buSzPts val="3000"/>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None/>
              <a:defRPr sz="1800">
                <a:latin typeface="Quantico"/>
                <a:ea typeface="Quantico"/>
                <a:cs typeface="Quantico"/>
                <a:sym typeface="Quantico"/>
              </a:defRPr>
            </a:lvl9pPr>
          </a:lstStyle>
          <a:p/>
        </p:txBody>
      </p:sp>
      <p:sp>
        <p:nvSpPr>
          <p:cNvPr id="932" name="Google Shape;932;p56"/>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200"/>
              <a:buNone/>
              <a:defRPr sz="2400">
                <a:solidFill>
                  <a:schemeClr val="accent6"/>
                </a:solidFill>
              </a:defRPr>
            </a:lvl1pPr>
            <a:lvl2pPr lvl="1">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None/>
              <a:defRPr sz="2400">
                <a:solidFill>
                  <a:schemeClr val="accent6"/>
                </a:solidFill>
                <a:latin typeface="Quantico"/>
                <a:ea typeface="Quantico"/>
                <a:cs typeface="Quantico"/>
                <a:sym typeface="Quantico"/>
              </a:defRPr>
            </a:lvl9pPr>
          </a:lstStyle>
          <a:p/>
        </p:txBody>
      </p:sp>
      <p:sp>
        <p:nvSpPr>
          <p:cNvPr id="933" name="Google Shape;933;p56"/>
          <p:cNvSpPr txBox="1"/>
          <p:nvPr>
            <p:ph idx="1" type="subTitle"/>
          </p:nvPr>
        </p:nvSpPr>
        <p:spPr>
          <a:xfrm>
            <a:off x="5821575" y="2476500"/>
            <a:ext cx="2019900" cy="455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934" name="Google Shape;934;p56"/>
          <p:cNvSpPr txBox="1"/>
          <p:nvPr>
            <p:ph idx="3" type="title"/>
          </p:nvPr>
        </p:nvSpPr>
        <p:spPr>
          <a:xfrm>
            <a:off x="5810125" y="3070875"/>
            <a:ext cx="2388600" cy="529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p:txBody>
      </p:sp>
      <p:sp>
        <p:nvSpPr>
          <p:cNvPr id="935" name="Google Shape;935;p56"/>
          <p:cNvSpPr txBox="1"/>
          <p:nvPr>
            <p:ph idx="4" type="subTitle"/>
          </p:nvPr>
        </p:nvSpPr>
        <p:spPr>
          <a:xfrm>
            <a:off x="5821575" y="34260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936" name="Google Shape;936;p56"/>
          <p:cNvSpPr/>
          <p:nvPr>
            <p:ph idx="5" type="pic"/>
          </p:nvPr>
        </p:nvSpPr>
        <p:spPr>
          <a:xfrm>
            <a:off x="0" y="1502400"/>
            <a:ext cx="5404500" cy="3639600"/>
          </a:xfrm>
          <a:prstGeom prst="snip1Rect">
            <a:avLst>
              <a:gd fmla="val 16026" name="adj"/>
            </a:avLst>
          </a:prstGeom>
          <a:noFill/>
          <a:ln>
            <a:noFill/>
          </a:ln>
        </p:spPr>
      </p:sp>
      <p:sp>
        <p:nvSpPr>
          <p:cNvPr id="937" name="Google Shape;937;p56"/>
          <p:cNvSpPr txBox="1"/>
          <p:nvPr>
            <p:ph idx="6" type="subTitle"/>
          </p:nvPr>
        </p:nvSpPr>
        <p:spPr>
          <a:xfrm>
            <a:off x="5794900" y="4333425"/>
            <a:ext cx="2718300" cy="354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938" name="Google Shape;938;p56"/>
          <p:cNvSpPr txBox="1"/>
          <p:nvPr>
            <p:ph idx="7" type="subTitle"/>
          </p:nvPr>
        </p:nvSpPr>
        <p:spPr>
          <a:xfrm>
            <a:off x="5821575" y="4501450"/>
            <a:ext cx="2650500" cy="898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5 ">
  <p:cSld name="BLANK_1_1_1_1_1_1_1">
    <p:bg>
      <p:bgPr>
        <a:solidFill>
          <a:schemeClr val="accent5"/>
        </a:solidFill>
      </p:bgPr>
    </p:bg>
    <p:spTree>
      <p:nvGrpSpPr>
        <p:cNvPr id="939" name="Shape 939"/>
        <p:cNvGrpSpPr/>
        <p:nvPr/>
      </p:nvGrpSpPr>
      <p:grpSpPr>
        <a:xfrm>
          <a:off x="0" y="0"/>
          <a:ext cx="0" cy="0"/>
          <a:chOff x="0" y="0"/>
          <a:chExt cx="0" cy="0"/>
        </a:xfrm>
      </p:grpSpPr>
      <p:sp>
        <p:nvSpPr>
          <p:cNvPr id="940" name="Google Shape;940;p57"/>
          <p:cNvSpPr/>
          <p:nvPr/>
        </p:nvSpPr>
        <p:spPr>
          <a:xfrm>
            <a:off x="731650" y="619550"/>
            <a:ext cx="84123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41" name="Google Shape;941;p57"/>
          <p:cNvSpPr txBox="1"/>
          <p:nvPr>
            <p:ph type="title"/>
          </p:nvPr>
        </p:nvSpPr>
        <p:spPr>
          <a:xfrm>
            <a:off x="920550" y="904500"/>
            <a:ext cx="7226700" cy="9087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942" name="Google Shape;942;p57"/>
          <p:cNvSpPr txBox="1"/>
          <p:nvPr>
            <p:ph idx="2" type="title"/>
          </p:nvPr>
        </p:nvSpPr>
        <p:spPr>
          <a:xfrm>
            <a:off x="920550" y="1881950"/>
            <a:ext cx="5228400" cy="194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943" name="Google Shape;943;p57"/>
          <p:cNvSpPr txBox="1"/>
          <p:nvPr>
            <p:ph idx="1" type="subTitle"/>
          </p:nvPr>
        </p:nvSpPr>
        <p:spPr>
          <a:xfrm>
            <a:off x="920550" y="4518700"/>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sz="900">
                <a:solidFill>
                  <a:schemeClr val="dk1"/>
                </a:solidFill>
              </a:defRPr>
            </a:lvl1pPr>
            <a:lvl2pPr lvl="1">
              <a:lnSpc>
                <a:spcPct val="115000"/>
              </a:lnSpc>
              <a:spcBef>
                <a:spcPts val="1000"/>
              </a:spcBef>
              <a:spcAft>
                <a:spcPts val="0"/>
              </a:spcAft>
              <a:buClr>
                <a:schemeClr val="dk1"/>
              </a:buClr>
              <a:buSzPts val="1000"/>
              <a:buFont typeface="Lato"/>
              <a:buNone/>
              <a:defRPr sz="900">
                <a:solidFill>
                  <a:schemeClr val="dk1"/>
                </a:solidFill>
              </a:defRPr>
            </a:lvl2pPr>
            <a:lvl3pPr lvl="2">
              <a:lnSpc>
                <a:spcPct val="115000"/>
              </a:lnSpc>
              <a:spcBef>
                <a:spcPts val="1000"/>
              </a:spcBef>
              <a:spcAft>
                <a:spcPts val="0"/>
              </a:spcAft>
              <a:buClr>
                <a:schemeClr val="dk1"/>
              </a:buClr>
              <a:buSzPts val="1000"/>
              <a:buFont typeface="Lato"/>
              <a:buNone/>
              <a:defRPr sz="900">
                <a:solidFill>
                  <a:schemeClr val="dk1"/>
                </a:solidFill>
              </a:defRPr>
            </a:lvl3pPr>
            <a:lvl4pPr lvl="3">
              <a:lnSpc>
                <a:spcPct val="115000"/>
              </a:lnSpc>
              <a:spcBef>
                <a:spcPts val="1000"/>
              </a:spcBef>
              <a:spcAft>
                <a:spcPts val="0"/>
              </a:spcAft>
              <a:buClr>
                <a:schemeClr val="dk1"/>
              </a:buClr>
              <a:buSzPts val="1000"/>
              <a:buFont typeface="Lato"/>
              <a:buNone/>
              <a:defRPr sz="900">
                <a:solidFill>
                  <a:schemeClr val="dk1"/>
                </a:solidFill>
              </a:defRPr>
            </a:lvl4pPr>
            <a:lvl5pPr lvl="4">
              <a:lnSpc>
                <a:spcPct val="115000"/>
              </a:lnSpc>
              <a:spcBef>
                <a:spcPts val="1000"/>
              </a:spcBef>
              <a:spcAft>
                <a:spcPts val="0"/>
              </a:spcAft>
              <a:buClr>
                <a:schemeClr val="dk1"/>
              </a:buClr>
              <a:buSzPts val="1000"/>
              <a:buFont typeface="Lato"/>
              <a:buNone/>
              <a:defRPr sz="900">
                <a:solidFill>
                  <a:schemeClr val="dk1"/>
                </a:solidFill>
              </a:defRPr>
            </a:lvl5pPr>
            <a:lvl6pPr lvl="5">
              <a:lnSpc>
                <a:spcPct val="115000"/>
              </a:lnSpc>
              <a:spcBef>
                <a:spcPts val="1000"/>
              </a:spcBef>
              <a:spcAft>
                <a:spcPts val="0"/>
              </a:spcAft>
              <a:buClr>
                <a:schemeClr val="dk1"/>
              </a:buClr>
              <a:buSzPts val="1000"/>
              <a:buFont typeface="Lato"/>
              <a:buNone/>
              <a:defRPr sz="900">
                <a:solidFill>
                  <a:schemeClr val="dk1"/>
                </a:solidFill>
              </a:defRPr>
            </a:lvl6pPr>
            <a:lvl7pPr lvl="6">
              <a:lnSpc>
                <a:spcPct val="115000"/>
              </a:lnSpc>
              <a:spcBef>
                <a:spcPts val="1000"/>
              </a:spcBef>
              <a:spcAft>
                <a:spcPts val="0"/>
              </a:spcAft>
              <a:buClr>
                <a:schemeClr val="dk1"/>
              </a:buClr>
              <a:buSzPts val="1000"/>
              <a:buFont typeface="Lato"/>
              <a:buNone/>
              <a:defRPr sz="900">
                <a:solidFill>
                  <a:schemeClr val="dk1"/>
                </a:solidFill>
              </a:defRPr>
            </a:lvl7pPr>
            <a:lvl8pPr lvl="7">
              <a:lnSpc>
                <a:spcPct val="115000"/>
              </a:lnSpc>
              <a:spcBef>
                <a:spcPts val="1000"/>
              </a:spcBef>
              <a:spcAft>
                <a:spcPts val="0"/>
              </a:spcAft>
              <a:buClr>
                <a:schemeClr val="dk1"/>
              </a:buClr>
              <a:buSzPts val="1000"/>
              <a:buFont typeface="Lato"/>
              <a:buNone/>
              <a:defRPr sz="900">
                <a:solidFill>
                  <a:schemeClr val="dk1"/>
                </a:solidFill>
              </a:defRPr>
            </a:lvl8pPr>
            <a:lvl9pPr lvl="8">
              <a:lnSpc>
                <a:spcPct val="115000"/>
              </a:lnSpc>
              <a:spcBef>
                <a:spcPts val="1000"/>
              </a:spcBef>
              <a:spcAft>
                <a:spcPts val="1000"/>
              </a:spcAft>
              <a:buClr>
                <a:schemeClr val="dk1"/>
              </a:buClr>
              <a:buSzPts val="1000"/>
              <a:buFont typeface="Lato"/>
              <a:buNone/>
              <a:defRPr sz="900">
                <a:solidFill>
                  <a:schemeClr val="dk1"/>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6">
  <p:cSld name="BLANK_1_1_1_1_1_1_2">
    <p:bg>
      <p:bgPr>
        <a:solidFill>
          <a:schemeClr val="accent2"/>
        </a:solidFill>
      </p:bgPr>
    </p:bg>
    <p:spTree>
      <p:nvGrpSpPr>
        <p:cNvPr id="944" name="Shape 944"/>
        <p:cNvGrpSpPr/>
        <p:nvPr/>
      </p:nvGrpSpPr>
      <p:grpSpPr>
        <a:xfrm>
          <a:off x="0" y="0"/>
          <a:ext cx="0" cy="0"/>
          <a:chOff x="0" y="0"/>
          <a:chExt cx="0" cy="0"/>
        </a:xfrm>
      </p:grpSpPr>
      <p:sp>
        <p:nvSpPr>
          <p:cNvPr id="945" name="Google Shape;945;p58"/>
          <p:cNvSpPr/>
          <p:nvPr/>
        </p:nvSpPr>
        <p:spPr>
          <a:xfrm>
            <a:off x="99900" y="99900"/>
            <a:ext cx="8944200" cy="493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46" name="Google Shape;946;p58"/>
          <p:cNvSpPr/>
          <p:nvPr/>
        </p:nvSpPr>
        <p:spPr>
          <a:xfrm>
            <a:off x="252300" y="252300"/>
            <a:ext cx="8639400" cy="463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47" name="Google Shape;947;p58"/>
          <p:cNvSpPr/>
          <p:nvPr/>
        </p:nvSpPr>
        <p:spPr>
          <a:xfrm>
            <a:off x="404700" y="404700"/>
            <a:ext cx="8334600" cy="4326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48" name="Google Shape;948;p58"/>
          <p:cNvSpPr/>
          <p:nvPr/>
        </p:nvSpPr>
        <p:spPr>
          <a:xfrm>
            <a:off x="557100" y="560700"/>
            <a:ext cx="8029800" cy="40221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49" name="Google Shape;949;p58"/>
          <p:cNvSpPr txBox="1"/>
          <p:nvPr>
            <p:ph type="title"/>
          </p:nvPr>
        </p:nvSpPr>
        <p:spPr>
          <a:xfrm>
            <a:off x="910650" y="1462775"/>
            <a:ext cx="7349400" cy="25134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4800"/>
              <a:buNone/>
              <a:defRPr sz="4800">
                <a:solidFill>
                  <a:schemeClr val="accent6"/>
                </a:solidFill>
              </a:defRPr>
            </a:lvl1pPr>
            <a:lvl2pPr lvl="1">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1200" u="sng">
                <a:solidFill>
                  <a:schemeClr val="accent6"/>
                </a:solidFill>
                <a:latin typeface="Quantico"/>
                <a:ea typeface="Quantico"/>
                <a:cs typeface="Quantico"/>
                <a:sym typeface="Quantico"/>
              </a:defRPr>
            </a:lvl9pPr>
          </a:lstStyle>
          <a:p/>
        </p:txBody>
      </p:sp>
      <p:sp>
        <p:nvSpPr>
          <p:cNvPr id="950" name="Google Shape;950;p58"/>
          <p:cNvSpPr txBox="1"/>
          <p:nvPr>
            <p:ph idx="1" type="subTitle"/>
          </p:nvPr>
        </p:nvSpPr>
        <p:spPr>
          <a:xfrm>
            <a:off x="948750" y="4188925"/>
            <a:ext cx="1817400" cy="4527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sz="900">
                <a:solidFill>
                  <a:schemeClr val="accent6"/>
                </a:solidFill>
              </a:defRPr>
            </a:lvl1pPr>
            <a:lvl2pPr lvl="1">
              <a:lnSpc>
                <a:spcPct val="115000"/>
              </a:lnSpc>
              <a:spcBef>
                <a:spcPts val="1000"/>
              </a:spcBef>
              <a:spcAft>
                <a:spcPts val="0"/>
              </a:spcAft>
              <a:buClr>
                <a:schemeClr val="accent6"/>
              </a:buClr>
              <a:buSzPts val="1000"/>
              <a:buFont typeface="Lato"/>
              <a:buNone/>
              <a:defRPr sz="900">
                <a:solidFill>
                  <a:schemeClr val="accent6"/>
                </a:solidFill>
              </a:defRPr>
            </a:lvl2pPr>
            <a:lvl3pPr lvl="2">
              <a:lnSpc>
                <a:spcPct val="115000"/>
              </a:lnSpc>
              <a:spcBef>
                <a:spcPts val="1000"/>
              </a:spcBef>
              <a:spcAft>
                <a:spcPts val="0"/>
              </a:spcAft>
              <a:buClr>
                <a:schemeClr val="accent6"/>
              </a:buClr>
              <a:buSzPts val="1000"/>
              <a:buFont typeface="Lato"/>
              <a:buNone/>
              <a:defRPr sz="900">
                <a:solidFill>
                  <a:schemeClr val="accent6"/>
                </a:solidFill>
              </a:defRPr>
            </a:lvl3pPr>
            <a:lvl4pPr lvl="3">
              <a:lnSpc>
                <a:spcPct val="115000"/>
              </a:lnSpc>
              <a:spcBef>
                <a:spcPts val="1000"/>
              </a:spcBef>
              <a:spcAft>
                <a:spcPts val="0"/>
              </a:spcAft>
              <a:buClr>
                <a:schemeClr val="accent6"/>
              </a:buClr>
              <a:buSzPts val="1000"/>
              <a:buFont typeface="Lato"/>
              <a:buNone/>
              <a:defRPr sz="900">
                <a:solidFill>
                  <a:schemeClr val="accent6"/>
                </a:solidFill>
              </a:defRPr>
            </a:lvl4pPr>
            <a:lvl5pPr lvl="4">
              <a:lnSpc>
                <a:spcPct val="115000"/>
              </a:lnSpc>
              <a:spcBef>
                <a:spcPts val="1000"/>
              </a:spcBef>
              <a:spcAft>
                <a:spcPts val="0"/>
              </a:spcAft>
              <a:buClr>
                <a:schemeClr val="accent6"/>
              </a:buClr>
              <a:buSzPts val="1000"/>
              <a:buFont typeface="Lato"/>
              <a:buNone/>
              <a:defRPr sz="900">
                <a:solidFill>
                  <a:schemeClr val="accent6"/>
                </a:solidFill>
              </a:defRPr>
            </a:lvl5pPr>
            <a:lvl6pPr lvl="5">
              <a:lnSpc>
                <a:spcPct val="115000"/>
              </a:lnSpc>
              <a:spcBef>
                <a:spcPts val="1000"/>
              </a:spcBef>
              <a:spcAft>
                <a:spcPts val="0"/>
              </a:spcAft>
              <a:buClr>
                <a:schemeClr val="accent6"/>
              </a:buClr>
              <a:buSzPts val="1000"/>
              <a:buFont typeface="Lato"/>
              <a:buNone/>
              <a:defRPr sz="900">
                <a:solidFill>
                  <a:schemeClr val="accent6"/>
                </a:solidFill>
              </a:defRPr>
            </a:lvl6pPr>
            <a:lvl7pPr lvl="6">
              <a:lnSpc>
                <a:spcPct val="115000"/>
              </a:lnSpc>
              <a:spcBef>
                <a:spcPts val="1000"/>
              </a:spcBef>
              <a:spcAft>
                <a:spcPts val="0"/>
              </a:spcAft>
              <a:buClr>
                <a:schemeClr val="accent6"/>
              </a:buClr>
              <a:buSzPts val="1000"/>
              <a:buFont typeface="Lato"/>
              <a:buNone/>
              <a:defRPr sz="900">
                <a:solidFill>
                  <a:schemeClr val="accent6"/>
                </a:solidFill>
              </a:defRPr>
            </a:lvl7pPr>
            <a:lvl8pPr lvl="7">
              <a:lnSpc>
                <a:spcPct val="115000"/>
              </a:lnSpc>
              <a:spcBef>
                <a:spcPts val="1000"/>
              </a:spcBef>
              <a:spcAft>
                <a:spcPts val="0"/>
              </a:spcAft>
              <a:buClr>
                <a:schemeClr val="accent6"/>
              </a:buClr>
              <a:buSzPts val="1000"/>
              <a:buFont typeface="Lato"/>
              <a:buNone/>
              <a:defRPr sz="900">
                <a:solidFill>
                  <a:schemeClr val="accent6"/>
                </a:solidFill>
              </a:defRPr>
            </a:lvl8pPr>
            <a:lvl9pPr lvl="8">
              <a:lnSpc>
                <a:spcPct val="115000"/>
              </a:lnSpc>
              <a:spcBef>
                <a:spcPts val="1000"/>
              </a:spcBef>
              <a:spcAft>
                <a:spcPts val="1000"/>
              </a:spcAft>
              <a:buClr>
                <a:schemeClr val="accent6"/>
              </a:buClr>
              <a:buSzPts val="1000"/>
              <a:buFont typeface="Lato"/>
              <a:buNone/>
              <a:defRPr sz="900">
                <a:solidFill>
                  <a:schemeClr val="accent6"/>
                </a:solidFill>
              </a:defRPr>
            </a:lvl9pPr>
          </a:lstStyle>
          <a:p/>
        </p:txBody>
      </p:sp>
      <p:sp>
        <p:nvSpPr>
          <p:cNvPr id="951" name="Google Shape;951;p58"/>
          <p:cNvSpPr txBox="1"/>
          <p:nvPr>
            <p:ph idx="2" type="title"/>
          </p:nvPr>
        </p:nvSpPr>
        <p:spPr>
          <a:xfrm>
            <a:off x="948750" y="930950"/>
            <a:ext cx="7311300" cy="315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3"/>
              </a:buClr>
              <a:buSzPts val="2400"/>
              <a:buNone/>
              <a:defRPr sz="2400">
                <a:solidFill>
                  <a:schemeClr val="accent3"/>
                </a:solidFill>
              </a:defRPr>
            </a:lvl1pPr>
            <a:lvl2pPr lvl="1">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2pPr>
            <a:lvl3pPr lvl="2">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3pPr>
            <a:lvl4pPr lvl="3">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4pPr>
            <a:lvl5pPr lvl="4">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5pPr>
            <a:lvl6pPr lvl="5">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6pPr>
            <a:lvl7pPr lvl="6">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7pPr>
            <a:lvl8pPr lvl="7">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8pPr>
            <a:lvl9pPr lvl="8">
              <a:spcBef>
                <a:spcPts val="0"/>
              </a:spcBef>
              <a:spcAft>
                <a:spcPts val="0"/>
              </a:spcAft>
              <a:buClr>
                <a:schemeClr val="accent3"/>
              </a:buClr>
              <a:buSzPts val="3000"/>
              <a:buNone/>
              <a:defRPr b="1" sz="5200">
                <a:solidFill>
                  <a:schemeClr val="accent3"/>
                </a:solidFill>
                <a:latin typeface="Quantico"/>
                <a:ea typeface="Quantico"/>
                <a:cs typeface="Quantico"/>
                <a:sym typeface="Quantico"/>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7 ">
  <p:cSld name="CUSTOM_11">
    <p:bg>
      <p:bgPr>
        <a:solidFill>
          <a:schemeClr val="lt2"/>
        </a:solidFill>
      </p:bgPr>
    </p:bg>
    <p:spTree>
      <p:nvGrpSpPr>
        <p:cNvPr id="952" name="Shape 952"/>
        <p:cNvGrpSpPr/>
        <p:nvPr/>
      </p:nvGrpSpPr>
      <p:grpSpPr>
        <a:xfrm>
          <a:off x="0" y="0"/>
          <a:ext cx="0" cy="0"/>
          <a:chOff x="0" y="0"/>
          <a:chExt cx="0" cy="0"/>
        </a:xfrm>
      </p:grpSpPr>
      <p:sp>
        <p:nvSpPr>
          <p:cNvPr id="953" name="Google Shape;953;p59"/>
          <p:cNvSpPr/>
          <p:nvPr/>
        </p:nvSpPr>
        <p:spPr>
          <a:xfrm>
            <a:off x="5444100" y="2728350"/>
            <a:ext cx="2952300" cy="2033400"/>
          </a:xfrm>
          <a:prstGeom prst="snip1Rect">
            <a:avLst>
              <a:gd fmla="val 13900"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954" name="Google Shape;954;p59"/>
          <p:cNvSpPr/>
          <p:nvPr/>
        </p:nvSpPr>
        <p:spPr>
          <a:xfrm>
            <a:off x="0" y="0"/>
            <a:ext cx="9144000" cy="4236000"/>
          </a:xfrm>
          <a:prstGeom prst="snip1Rect">
            <a:avLst>
              <a:gd fmla="val 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55" name="Google Shape;955;p59"/>
          <p:cNvSpPr/>
          <p:nvPr/>
        </p:nvSpPr>
        <p:spPr>
          <a:xfrm>
            <a:off x="5448300" y="694950"/>
            <a:ext cx="2952300" cy="2033400"/>
          </a:xfrm>
          <a:prstGeom prst="snip1Rect">
            <a:avLst>
              <a:gd fmla="val 13900" name="adj"/>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956" name="Google Shape;956;p59"/>
          <p:cNvSpPr/>
          <p:nvPr/>
        </p:nvSpPr>
        <p:spPr>
          <a:xfrm>
            <a:off x="5438163" y="4761750"/>
            <a:ext cx="2964175" cy="388625"/>
          </a:xfrm>
          <a:custGeom>
            <a:rect b="b" l="l" r="r" t="t"/>
            <a:pathLst>
              <a:path extrusionOk="0" h="15545" w="118567">
                <a:moveTo>
                  <a:pt x="0" y="15545"/>
                </a:moveTo>
                <a:lnTo>
                  <a:pt x="118567" y="15545"/>
                </a:lnTo>
                <a:lnTo>
                  <a:pt x="103022" y="0"/>
                </a:lnTo>
                <a:lnTo>
                  <a:pt x="305" y="0"/>
                </a:lnTo>
                <a:close/>
              </a:path>
            </a:pathLst>
          </a:custGeom>
          <a:solidFill>
            <a:schemeClr val="accent1"/>
          </a:solidFill>
          <a:ln>
            <a:noFill/>
          </a:ln>
        </p:spPr>
      </p:sp>
      <p:sp>
        <p:nvSpPr>
          <p:cNvPr id="957" name="Google Shape;957;p59"/>
          <p:cNvSpPr/>
          <p:nvPr/>
        </p:nvSpPr>
        <p:spPr>
          <a:xfrm>
            <a:off x="5437625" y="-10675"/>
            <a:ext cx="2971800" cy="708675"/>
          </a:xfrm>
          <a:custGeom>
            <a:rect b="b" l="l" r="r" t="t"/>
            <a:pathLst>
              <a:path extrusionOk="0" h="28347" w="118872">
                <a:moveTo>
                  <a:pt x="0" y="0"/>
                </a:moveTo>
                <a:lnTo>
                  <a:pt x="0" y="28347"/>
                </a:lnTo>
                <a:lnTo>
                  <a:pt x="118872" y="28347"/>
                </a:lnTo>
                <a:lnTo>
                  <a:pt x="118872" y="305"/>
                </a:lnTo>
                <a:close/>
              </a:path>
            </a:pathLst>
          </a:custGeom>
          <a:solidFill>
            <a:schemeClr val="dk2"/>
          </a:solidFill>
          <a:ln>
            <a:noFill/>
          </a:ln>
        </p:spPr>
      </p:sp>
      <p:sp>
        <p:nvSpPr>
          <p:cNvPr id="958" name="Google Shape;958;p59"/>
          <p:cNvSpPr txBox="1"/>
          <p:nvPr>
            <p:ph type="title"/>
          </p:nvPr>
        </p:nvSpPr>
        <p:spPr>
          <a:xfrm>
            <a:off x="931675" y="907075"/>
            <a:ext cx="4005900" cy="7086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5"/>
              </a:buClr>
              <a:buSzPts val="3000"/>
              <a:buNone/>
              <a:defRPr sz="3700">
                <a:solidFill>
                  <a:schemeClr val="accent5"/>
                </a:solidFill>
              </a:defRPr>
            </a:lvl1pPr>
            <a:lvl2pPr lvl="1">
              <a:spcBef>
                <a:spcPts val="0"/>
              </a:spcBef>
              <a:spcAft>
                <a:spcPts val="0"/>
              </a:spcAft>
              <a:buClr>
                <a:schemeClr val="accent5"/>
              </a:buClr>
              <a:buSzPts val="3000"/>
              <a:buNone/>
              <a:defRPr sz="3700">
                <a:solidFill>
                  <a:schemeClr val="accent5"/>
                </a:solidFill>
                <a:latin typeface="Quantico"/>
                <a:ea typeface="Quantico"/>
                <a:cs typeface="Quantico"/>
                <a:sym typeface="Quantico"/>
              </a:defRPr>
            </a:lvl2pPr>
            <a:lvl3pPr lvl="2">
              <a:spcBef>
                <a:spcPts val="0"/>
              </a:spcBef>
              <a:spcAft>
                <a:spcPts val="0"/>
              </a:spcAft>
              <a:buClr>
                <a:schemeClr val="accent5"/>
              </a:buClr>
              <a:buSzPts val="3000"/>
              <a:buNone/>
              <a:defRPr sz="3700">
                <a:solidFill>
                  <a:schemeClr val="accent5"/>
                </a:solidFill>
                <a:latin typeface="Quantico"/>
                <a:ea typeface="Quantico"/>
                <a:cs typeface="Quantico"/>
                <a:sym typeface="Quantico"/>
              </a:defRPr>
            </a:lvl3pPr>
            <a:lvl4pPr lvl="3">
              <a:spcBef>
                <a:spcPts val="0"/>
              </a:spcBef>
              <a:spcAft>
                <a:spcPts val="0"/>
              </a:spcAft>
              <a:buClr>
                <a:schemeClr val="accent5"/>
              </a:buClr>
              <a:buSzPts val="3000"/>
              <a:buNone/>
              <a:defRPr sz="3700">
                <a:solidFill>
                  <a:schemeClr val="accent5"/>
                </a:solidFill>
                <a:latin typeface="Quantico"/>
                <a:ea typeface="Quantico"/>
                <a:cs typeface="Quantico"/>
                <a:sym typeface="Quantico"/>
              </a:defRPr>
            </a:lvl4pPr>
            <a:lvl5pPr lvl="4">
              <a:spcBef>
                <a:spcPts val="0"/>
              </a:spcBef>
              <a:spcAft>
                <a:spcPts val="0"/>
              </a:spcAft>
              <a:buClr>
                <a:schemeClr val="accent5"/>
              </a:buClr>
              <a:buSzPts val="3000"/>
              <a:buNone/>
              <a:defRPr sz="3700">
                <a:solidFill>
                  <a:schemeClr val="accent5"/>
                </a:solidFill>
                <a:latin typeface="Quantico"/>
                <a:ea typeface="Quantico"/>
                <a:cs typeface="Quantico"/>
                <a:sym typeface="Quantico"/>
              </a:defRPr>
            </a:lvl5pPr>
            <a:lvl6pPr lvl="5">
              <a:spcBef>
                <a:spcPts val="0"/>
              </a:spcBef>
              <a:spcAft>
                <a:spcPts val="0"/>
              </a:spcAft>
              <a:buClr>
                <a:schemeClr val="accent5"/>
              </a:buClr>
              <a:buSzPts val="3000"/>
              <a:buNone/>
              <a:defRPr sz="3700">
                <a:solidFill>
                  <a:schemeClr val="accent5"/>
                </a:solidFill>
                <a:latin typeface="Quantico"/>
                <a:ea typeface="Quantico"/>
                <a:cs typeface="Quantico"/>
                <a:sym typeface="Quantico"/>
              </a:defRPr>
            </a:lvl6pPr>
            <a:lvl7pPr lvl="6">
              <a:spcBef>
                <a:spcPts val="0"/>
              </a:spcBef>
              <a:spcAft>
                <a:spcPts val="0"/>
              </a:spcAft>
              <a:buClr>
                <a:schemeClr val="accent5"/>
              </a:buClr>
              <a:buSzPts val="3000"/>
              <a:buNone/>
              <a:defRPr sz="3700">
                <a:solidFill>
                  <a:schemeClr val="accent5"/>
                </a:solidFill>
                <a:latin typeface="Quantico"/>
                <a:ea typeface="Quantico"/>
                <a:cs typeface="Quantico"/>
                <a:sym typeface="Quantico"/>
              </a:defRPr>
            </a:lvl7pPr>
            <a:lvl8pPr lvl="7">
              <a:spcBef>
                <a:spcPts val="0"/>
              </a:spcBef>
              <a:spcAft>
                <a:spcPts val="0"/>
              </a:spcAft>
              <a:buClr>
                <a:schemeClr val="accent5"/>
              </a:buClr>
              <a:buSzPts val="3000"/>
              <a:buNone/>
              <a:defRPr sz="3700">
                <a:solidFill>
                  <a:schemeClr val="accent5"/>
                </a:solidFill>
                <a:latin typeface="Quantico"/>
                <a:ea typeface="Quantico"/>
                <a:cs typeface="Quantico"/>
                <a:sym typeface="Quantico"/>
              </a:defRPr>
            </a:lvl8pPr>
            <a:lvl9pPr lvl="8">
              <a:spcBef>
                <a:spcPts val="0"/>
              </a:spcBef>
              <a:spcAft>
                <a:spcPts val="0"/>
              </a:spcAft>
              <a:buClr>
                <a:schemeClr val="accent5"/>
              </a:buClr>
              <a:buSzPts val="3000"/>
              <a:buNone/>
              <a:defRPr sz="3700">
                <a:solidFill>
                  <a:schemeClr val="accent5"/>
                </a:solidFill>
                <a:latin typeface="Quantico"/>
                <a:ea typeface="Quantico"/>
                <a:cs typeface="Quantico"/>
                <a:sym typeface="Quantico"/>
              </a:defRPr>
            </a:lvl9pPr>
          </a:lstStyle>
          <a:p/>
        </p:txBody>
      </p:sp>
      <p:sp>
        <p:nvSpPr>
          <p:cNvPr id="959" name="Google Shape;959;p59"/>
          <p:cNvSpPr txBox="1"/>
          <p:nvPr>
            <p:ph idx="2" type="title"/>
          </p:nvPr>
        </p:nvSpPr>
        <p:spPr>
          <a:xfrm>
            <a:off x="931675" y="1712050"/>
            <a:ext cx="4005900" cy="170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1pPr>
            <a:lvl2pPr lvl="1">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2pPr>
            <a:lvl3pPr lvl="2">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3pPr>
            <a:lvl4pPr lvl="3">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4pPr>
            <a:lvl5pPr lvl="4">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5pPr>
            <a:lvl6pPr lvl="5">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6pPr>
            <a:lvl7pPr lvl="6">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7pPr>
            <a:lvl8pPr lvl="7">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8pPr>
            <a:lvl9pPr lvl="8">
              <a:spcBef>
                <a:spcPts val="0"/>
              </a:spcBef>
              <a:spcAft>
                <a:spcPts val="0"/>
              </a:spcAft>
              <a:buClr>
                <a:schemeClr val="accent5"/>
              </a:buClr>
              <a:buSzPts val="1600"/>
              <a:buFont typeface="Lato"/>
              <a:buNone/>
              <a:defRPr sz="1600">
                <a:solidFill>
                  <a:schemeClr val="accent5"/>
                </a:solidFill>
                <a:latin typeface="Lato"/>
                <a:ea typeface="Lato"/>
                <a:cs typeface="Lato"/>
                <a:sym typeface="Lato"/>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8 ">
  <p:cSld name="CUSTOM_12">
    <p:bg>
      <p:bgPr>
        <a:solidFill>
          <a:schemeClr val="accent5"/>
        </a:solidFill>
      </p:bgPr>
    </p:bg>
    <p:spTree>
      <p:nvGrpSpPr>
        <p:cNvPr id="960" name="Shape 960"/>
        <p:cNvGrpSpPr/>
        <p:nvPr/>
      </p:nvGrpSpPr>
      <p:grpSpPr>
        <a:xfrm>
          <a:off x="0" y="0"/>
          <a:ext cx="0" cy="0"/>
          <a:chOff x="0" y="0"/>
          <a:chExt cx="0" cy="0"/>
        </a:xfrm>
      </p:grpSpPr>
      <p:sp>
        <p:nvSpPr>
          <p:cNvPr id="961" name="Google Shape;961;p60"/>
          <p:cNvSpPr/>
          <p:nvPr/>
        </p:nvSpPr>
        <p:spPr>
          <a:xfrm>
            <a:off x="0" y="0"/>
            <a:ext cx="9144000" cy="4236000"/>
          </a:xfrm>
          <a:prstGeom prst="snip1Rect">
            <a:avLst>
              <a:gd fmla="val 0" name="adj"/>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62" name="Google Shape;962;p60"/>
          <p:cNvSpPr/>
          <p:nvPr/>
        </p:nvSpPr>
        <p:spPr>
          <a:xfrm>
            <a:off x="5596500" y="2731400"/>
            <a:ext cx="2952300" cy="20334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963" name="Google Shape;963;p60"/>
          <p:cNvSpPr/>
          <p:nvPr/>
        </p:nvSpPr>
        <p:spPr>
          <a:xfrm>
            <a:off x="5587725" y="698000"/>
            <a:ext cx="2952300" cy="2033400"/>
          </a:xfrm>
          <a:prstGeom prst="snip1Rect">
            <a:avLst>
              <a:gd fmla="val 13900" name="adj"/>
            </a:avLst>
          </a:prstGeom>
          <a:solidFill>
            <a:schemeClr val="accent5"/>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964" name="Google Shape;964;p60"/>
          <p:cNvSpPr txBox="1"/>
          <p:nvPr>
            <p:ph type="title"/>
          </p:nvPr>
        </p:nvSpPr>
        <p:spPr>
          <a:xfrm>
            <a:off x="901475" y="907075"/>
            <a:ext cx="4695000" cy="8625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3000"/>
              <a:buNone/>
              <a:defRPr sz="3700"/>
            </a:lvl1pPr>
            <a:lvl2pPr lvl="1">
              <a:spcBef>
                <a:spcPts val="0"/>
              </a:spcBef>
              <a:spcAft>
                <a:spcPts val="0"/>
              </a:spcAft>
              <a:buClr>
                <a:schemeClr val="dk1"/>
              </a:buClr>
              <a:buSzPts val="3000"/>
              <a:buNone/>
              <a:defRPr sz="3700">
                <a:latin typeface="Quantico"/>
                <a:ea typeface="Quantico"/>
                <a:cs typeface="Quantico"/>
                <a:sym typeface="Quantico"/>
              </a:defRPr>
            </a:lvl2pPr>
            <a:lvl3pPr lvl="2">
              <a:spcBef>
                <a:spcPts val="0"/>
              </a:spcBef>
              <a:spcAft>
                <a:spcPts val="0"/>
              </a:spcAft>
              <a:buClr>
                <a:schemeClr val="dk1"/>
              </a:buClr>
              <a:buSzPts val="3000"/>
              <a:buNone/>
              <a:defRPr sz="3700">
                <a:latin typeface="Quantico"/>
                <a:ea typeface="Quantico"/>
                <a:cs typeface="Quantico"/>
                <a:sym typeface="Quantico"/>
              </a:defRPr>
            </a:lvl3pPr>
            <a:lvl4pPr lvl="3">
              <a:spcBef>
                <a:spcPts val="0"/>
              </a:spcBef>
              <a:spcAft>
                <a:spcPts val="0"/>
              </a:spcAft>
              <a:buClr>
                <a:schemeClr val="dk1"/>
              </a:buClr>
              <a:buSzPts val="3000"/>
              <a:buNone/>
              <a:defRPr sz="3700">
                <a:latin typeface="Quantico"/>
                <a:ea typeface="Quantico"/>
                <a:cs typeface="Quantico"/>
                <a:sym typeface="Quantico"/>
              </a:defRPr>
            </a:lvl4pPr>
            <a:lvl5pPr lvl="4">
              <a:spcBef>
                <a:spcPts val="0"/>
              </a:spcBef>
              <a:spcAft>
                <a:spcPts val="0"/>
              </a:spcAft>
              <a:buClr>
                <a:schemeClr val="dk1"/>
              </a:buClr>
              <a:buSzPts val="3000"/>
              <a:buNone/>
              <a:defRPr sz="3700">
                <a:latin typeface="Quantico"/>
                <a:ea typeface="Quantico"/>
                <a:cs typeface="Quantico"/>
                <a:sym typeface="Quantico"/>
              </a:defRPr>
            </a:lvl5pPr>
            <a:lvl6pPr lvl="5">
              <a:spcBef>
                <a:spcPts val="0"/>
              </a:spcBef>
              <a:spcAft>
                <a:spcPts val="0"/>
              </a:spcAft>
              <a:buClr>
                <a:schemeClr val="dk1"/>
              </a:buClr>
              <a:buSzPts val="3000"/>
              <a:buNone/>
              <a:defRPr sz="3700">
                <a:latin typeface="Quantico"/>
                <a:ea typeface="Quantico"/>
                <a:cs typeface="Quantico"/>
                <a:sym typeface="Quantico"/>
              </a:defRPr>
            </a:lvl6pPr>
            <a:lvl7pPr lvl="6">
              <a:spcBef>
                <a:spcPts val="0"/>
              </a:spcBef>
              <a:spcAft>
                <a:spcPts val="0"/>
              </a:spcAft>
              <a:buClr>
                <a:schemeClr val="dk1"/>
              </a:buClr>
              <a:buSzPts val="3000"/>
              <a:buNone/>
              <a:defRPr sz="3700">
                <a:latin typeface="Quantico"/>
                <a:ea typeface="Quantico"/>
                <a:cs typeface="Quantico"/>
                <a:sym typeface="Quantico"/>
              </a:defRPr>
            </a:lvl7pPr>
            <a:lvl8pPr lvl="7">
              <a:spcBef>
                <a:spcPts val="0"/>
              </a:spcBef>
              <a:spcAft>
                <a:spcPts val="0"/>
              </a:spcAft>
              <a:buClr>
                <a:schemeClr val="dk1"/>
              </a:buClr>
              <a:buSzPts val="3000"/>
              <a:buNone/>
              <a:defRPr sz="3700">
                <a:latin typeface="Quantico"/>
                <a:ea typeface="Quantico"/>
                <a:cs typeface="Quantico"/>
                <a:sym typeface="Quantico"/>
              </a:defRPr>
            </a:lvl8pPr>
            <a:lvl9pPr lvl="8">
              <a:spcBef>
                <a:spcPts val="0"/>
              </a:spcBef>
              <a:spcAft>
                <a:spcPts val="0"/>
              </a:spcAft>
              <a:buClr>
                <a:schemeClr val="dk1"/>
              </a:buClr>
              <a:buSzPts val="3000"/>
              <a:buNone/>
              <a:defRPr sz="3700">
                <a:latin typeface="Quantico"/>
                <a:ea typeface="Quantico"/>
                <a:cs typeface="Quantico"/>
                <a:sym typeface="Quantico"/>
              </a:defRPr>
            </a:lvl9pPr>
          </a:lstStyle>
          <a:p/>
        </p:txBody>
      </p:sp>
      <p:sp>
        <p:nvSpPr>
          <p:cNvPr id="965" name="Google Shape;965;p60"/>
          <p:cNvSpPr txBox="1"/>
          <p:nvPr>
            <p:ph idx="2" type="title"/>
          </p:nvPr>
        </p:nvSpPr>
        <p:spPr>
          <a:xfrm>
            <a:off x="930907" y="1836900"/>
            <a:ext cx="4005900" cy="1879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600"/>
              <a:buFont typeface="Lato"/>
              <a:buNone/>
              <a:defRPr sz="1600">
                <a:latin typeface="Lato"/>
                <a:ea typeface="Lato"/>
                <a:cs typeface="Lato"/>
                <a:sym typeface="Lato"/>
              </a:defRPr>
            </a:lvl1pPr>
            <a:lvl2pPr lvl="1">
              <a:spcBef>
                <a:spcPts val="0"/>
              </a:spcBef>
              <a:spcAft>
                <a:spcPts val="0"/>
              </a:spcAft>
              <a:buClr>
                <a:schemeClr val="dk1"/>
              </a:buClr>
              <a:buSzPts val="1600"/>
              <a:buFont typeface="Lato"/>
              <a:buNone/>
              <a:defRPr sz="1600">
                <a:latin typeface="Lato"/>
                <a:ea typeface="Lato"/>
                <a:cs typeface="Lato"/>
                <a:sym typeface="Lato"/>
              </a:defRPr>
            </a:lvl2pPr>
            <a:lvl3pPr lvl="2">
              <a:spcBef>
                <a:spcPts val="0"/>
              </a:spcBef>
              <a:spcAft>
                <a:spcPts val="0"/>
              </a:spcAft>
              <a:buClr>
                <a:schemeClr val="dk1"/>
              </a:buClr>
              <a:buSzPts val="1600"/>
              <a:buFont typeface="Lato"/>
              <a:buNone/>
              <a:defRPr sz="1600">
                <a:latin typeface="Lato"/>
                <a:ea typeface="Lato"/>
                <a:cs typeface="Lato"/>
                <a:sym typeface="Lato"/>
              </a:defRPr>
            </a:lvl3pPr>
            <a:lvl4pPr lvl="3">
              <a:spcBef>
                <a:spcPts val="0"/>
              </a:spcBef>
              <a:spcAft>
                <a:spcPts val="0"/>
              </a:spcAft>
              <a:buClr>
                <a:schemeClr val="dk1"/>
              </a:buClr>
              <a:buSzPts val="1600"/>
              <a:buFont typeface="Lato"/>
              <a:buNone/>
              <a:defRPr sz="1600">
                <a:latin typeface="Lato"/>
                <a:ea typeface="Lato"/>
                <a:cs typeface="Lato"/>
                <a:sym typeface="Lato"/>
              </a:defRPr>
            </a:lvl4pPr>
            <a:lvl5pPr lvl="4">
              <a:spcBef>
                <a:spcPts val="0"/>
              </a:spcBef>
              <a:spcAft>
                <a:spcPts val="0"/>
              </a:spcAft>
              <a:buClr>
                <a:schemeClr val="dk1"/>
              </a:buClr>
              <a:buSzPts val="1600"/>
              <a:buFont typeface="Lato"/>
              <a:buNone/>
              <a:defRPr sz="1600">
                <a:latin typeface="Lato"/>
                <a:ea typeface="Lato"/>
                <a:cs typeface="Lato"/>
                <a:sym typeface="Lato"/>
              </a:defRPr>
            </a:lvl5pPr>
            <a:lvl6pPr lvl="5">
              <a:spcBef>
                <a:spcPts val="0"/>
              </a:spcBef>
              <a:spcAft>
                <a:spcPts val="0"/>
              </a:spcAft>
              <a:buClr>
                <a:schemeClr val="dk1"/>
              </a:buClr>
              <a:buSzPts val="1600"/>
              <a:buFont typeface="Lato"/>
              <a:buNone/>
              <a:defRPr sz="1600">
                <a:latin typeface="Lato"/>
                <a:ea typeface="Lato"/>
                <a:cs typeface="Lato"/>
                <a:sym typeface="Lato"/>
              </a:defRPr>
            </a:lvl6pPr>
            <a:lvl7pPr lvl="6">
              <a:spcBef>
                <a:spcPts val="0"/>
              </a:spcBef>
              <a:spcAft>
                <a:spcPts val="0"/>
              </a:spcAft>
              <a:buClr>
                <a:schemeClr val="dk1"/>
              </a:buClr>
              <a:buSzPts val="1600"/>
              <a:buFont typeface="Lato"/>
              <a:buNone/>
              <a:defRPr sz="1600">
                <a:latin typeface="Lato"/>
                <a:ea typeface="Lato"/>
                <a:cs typeface="Lato"/>
                <a:sym typeface="Lato"/>
              </a:defRPr>
            </a:lvl7pPr>
            <a:lvl8pPr lvl="7">
              <a:spcBef>
                <a:spcPts val="0"/>
              </a:spcBef>
              <a:spcAft>
                <a:spcPts val="0"/>
              </a:spcAft>
              <a:buClr>
                <a:schemeClr val="dk1"/>
              </a:buClr>
              <a:buSzPts val="1600"/>
              <a:buFont typeface="Lato"/>
              <a:buNone/>
              <a:defRPr sz="1600">
                <a:latin typeface="Lato"/>
                <a:ea typeface="Lato"/>
                <a:cs typeface="Lato"/>
                <a:sym typeface="Lato"/>
              </a:defRPr>
            </a:lvl8pPr>
            <a:lvl9pPr lvl="8">
              <a:spcBef>
                <a:spcPts val="0"/>
              </a:spcBef>
              <a:spcAft>
                <a:spcPts val="0"/>
              </a:spcAft>
              <a:buClr>
                <a:schemeClr val="dk1"/>
              </a:buClr>
              <a:buSzPts val="1600"/>
              <a:buFont typeface="Lato"/>
              <a:buNone/>
              <a:defRPr sz="1600">
                <a:latin typeface="Lato"/>
                <a:ea typeface="Lato"/>
                <a:cs typeface="Lato"/>
                <a:sym typeface="Lato"/>
              </a:defRPr>
            </a:lvl9pPr>
          </a:lstStyle>
          <a:p/>
        </p:txBody>
      </p:sp>
      <p:sp>
        <p:nvSpPr>
          <p:cNvPr id="966" name="Google Shape;966;p60"/>
          <p:cNvSpPr/>
          <p:nvPr/>
        </p:nvSpPr>
        <p:spPr>
          <a:xfrm>
            <a:off x="5586750" y="-10675"/>
            <a:ext cx="2971800" cy="708675"/>
          </a:xfrm>
          <a:custGeom>
            <a:rect b="b" l="l" r="r" t="t"/>
            <a:pathLst>
              <a:path extrusionOk="0" h="28347" w="118872">
                <a:moveTo>
                  <a:pt x="0" y="0"/>
                </a:moveTo>
                <a:lnTo>
                  <a:pt x="0" y="28347"/>
                </a:lnTo>
                <a:lnTo>
                  <a:pt x="118872" y="28347"/>
                </a:lnTo>
                <a:lnTo>
                  <a:pt x="118872" y="305"/>
                </a:lnTo>
                <a:close/>
              </a:path>
            </a:pathLst>
          </a:custGeom>
          <a:solidFill>
            <a:schemeClr val="accent4"/>
          </a:solidFill>
          <a:ln>
            <a:noFill/>
          </a:ln>
        </p:spPr>
      </p:sp>
      <p:sp>
        <p:nvSpPr>
          <p:cNvPr id="967" name="Google Shape;967;p60"/>
          <p:cNvSpPr/>
          <p:nvPr/>
        </p:nvSpPr>
        <p:spPr>
          <a:xfrm>
            <a:off x="5590563" y="4762500"/>
            <a:ext cx="2964175" cy="388625"/>
          </a:xfrm>
          <a:custGeom>
            <a:rect b="b" l="l" r="r" t="t"/>
            <a:pathLst>
              <a:path extrusionOk="0" h="15545" w="118567">
                <a:moveTo>
                  <a:pt x="0" y="15545"/>
                </a:moveTo>
                <a:lnTo>
                  <a:pt x="118567" y="15545"/>
                </a:lnTo>
                <a:lnTo>
                  <a:pt x="103022" y="0"/>
                </a:lnTo>
                <a:lnTo>
                  <a:pt x="305" y="0"/>
                </a:lnTo>
                <a:close/>
              </a:path>
            </a:pathLst>
          </a:custGeom>
          <a:solidFill>
            <a:schemeClr val="accent6"/>
          </a:solid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BLANK_1_1_1_1_1_1_1_1_1_1_1_1_1_1_1_1_1">
    <p:bg>
      <p:bgPr>
        <a:solidFill>
          <a:schemeClr val="accent5"/>
        </a:solidFill>
      </p:bgPr>
    </p:bg>
    <p:spTree>
      <p:nvGrpSpPr>
        <p:cNvPr id="968" name="Shape 968"/>
        <p:cNvGrpSpPr/>
        <p:nvPr/>
      </p:nvGrpSpPr>
      <p:grpSpPr>
        <a:xfrm>
          <a:off x="0" y="0"/>
          <a:ext cx="0" cy="0"/>
          <a:chOff x="0" y="0"/>
          <a:chExt cx="0" cy="0"/>
        </a:xfrm>
      </p:grpSpPr>
      <p:sp>
        <p:nvSpPr>
          <p:cNvPr id="969" name="Google Shape;969;p61"/>
          <p:cNvSpPr/>
          <p:nvPr/>
        </p:nvSpPr>
        <p:spPr>
          <a:xfrm>
            <a:off x="696050" y="619550"/>
            <a:ext cx="8448000" cy="45252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70" name="Google Shape;970;p61"/>
          <p:cNvSpPr/>
          <p:nvPr/>
        </p:nvSpPr>
        <p:spPr>
          <a:xfrm>
            <a:off x="4930700" y="619550"/>
            <a:ext cx="4213200" cy="4525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71" name="Google Shape;971;p61"/>
          <p:cNvSpPr/>
          <p:nvPr>
            <p:ph idx="2" type="pic"/>
          </p:nvPr>
        </p:nvSpPr>
        <p:spPr>
          <a:xfrm flipH="1">
            <a:off x="4930693" y="619550"/>
            <a:ext cx="2100300" cy="1513500"/>
          </a:xfrm>
          <a:prstGeom prst="snip1Rect">
            <a:avLst>
              <a:gd fmla="val 0" name="adj"/>
            </a:avLst>
          </a:prstGeom>
          <a:noFill/>
          <a:ln>
            <a:noFill/>
          </a:ln>
        </p:spPr>
      </p:sp>
      <p:sp>
        <p:nvSpPr>
          <p:cNvPr id="972" name="Google Shape;972;p61"/>
          <p:cNvSpPr txBox="1"/>
          <p:nvPr>
            <p:ph type="title"/>
          </p:nvPr>
        </p:nvSpPr>
        <p:spPr>
          <a:xfrm>
            <a:off x="929475" y="914400"/>
            <a:ext cx="3633000" cy="10773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400"/>
              <a:buNone/>
              <a:defRPr sz="2400"/>
            </a:lvl1pPr>
            <a:lvl2pPr lvl="1">
              <a:lnSpc>
                <a:spcPct val="80000"/>
              </a:lnSpc>
              <a:spcBef>
                <a:spcPts val="0"/>
              </a:spcBef>
              <a:spcAft>
                <a:spcPts val="0"/>
              </a:spcAft>
              <a:buClr>
                <a:schemeClr val="dk1"/>
              </a:buClr>
              <a:buSzPts val="3000"/>
              <a:buNone/>
              <a:defRPr sz="5500">
                <a:latin typeface="Quantico"/>
                <a:ea typeface="Quantico"/>
                <a:cs typeface="Quantico"/>
                <a:sym typeface="Quantico"/>
              </a:defRPr>
            </a:lvl2pPr>
            <a:lvl3pPr lvl="2">
              <a:lnSpc>
                <a:spcPct val="80000"/>
              </a:lnSpc>
              <a:spcBef>
                <a:spcPts val="0"/>
              </a:spcBef>
              <a:spcAft>
                <a:spcPts val="0"/>
              </a:spcAft>
              <a:buClr>
                <a:schemeClr val="dk1"/>
              </a:buClr>
              <a:buSzPts val="3000"/>
              <a:buNone/>
              <a:defRPr sz="5500">
                <a:latin typeface="Quantico"/>
                <a:ea typeface="Quantico"/>
                <a:cs typeface="Quantico"/>
                <a:sym typeface="Quantico"/>
              </a:defRPr>
            </a:lvl3pPr>
            <a:lvl4pPr lvl="3">
              <a:lnSpc>
                <a:spcPct val="80000"/>
              </a:lnSpc>
              <a:spcBef>
                <a:spcPts val="0"/>
              </a:spcBef>
              <a:spcAft>
                <a:spcPts val="0"/>
              </a:spcAft>
              <a:buClr>
                <a:schemeClr val="dk1"/>
              </a:buClr>
              <a:buSzPts val="3000"/>
              <a:buNone/>
              <a:defRPr sz="5500">
                <a:latin typeface="Quantico"/>
                <a:ea typeface="Quantico"/>
                <a:cs typeface="Quantico"/>
                <a:sym typeface="Quantico"/>
              </a:defRPr>
            </a:lvl4pPr>
            <a:lvl5pPr lvl="4">
              <a:lnSpc>
                <a:spcPct val="80000"/>
              </a:lnSpc>
              <a:spcBef>
                <a:spcPts val="0"/>
              </a:spcBef>
              <a:spcAft>
                <a:spcPts val="0"/>
              </a:spcAft>
              <a:buClr>
                <a:schemeClr val="dk1"/>
              </a:buClr>
              <a:buSzPts val="3000"/>
              <a:buNone/>
              <a:defRPr sz="5500">
                <a:latin typeface="Quantico"/>
                <a:ea typeface="Quantico"/>
                <a:cs typeface="Quantico"/>
                <a:sym typeface="Quantico"/>
              </a:defRPr>
            </a:lvl5pPr>
            <a:lvl6pPr lvl="5">
              <a:lnSpc>
                <a:spcPct val="80000"/>
              </a:lnSpc>
              <a:spcBef>
                <a:spcPts val="0"/>
              </a:spcBef>
              <a:spcAft>
                <a:spcPts val="0"/>
              </a:spcAft>
              <a:buClr>
                <a:schemeClr val="dk1"/>
              </a:buClr>
              <a:buSzPts val="3000"/>
              <a:buNone/>
              <a:defRPr sz="5500">
                <a:latin typeface="Quantico"/>
                <a:ea typeface="Quantico"/>
                <a:cs typeface="Quantico"/>
                <a:sym typeface="Quantico"/>
              </a:defRPr>
            </a:lvl6pPr>
            <a:lvl7pPr lvl="6">
              <a:lnSpc>
                <a:spcPct val="80000"/>
              </a:lnSpc>
              <a:spcBef>
                <a:spcPts val="0"/>
              </a:spcBef>
              <a:spcAft>
                <a:spcPts val="0"/>
              </a:spcAft>
              <a:buClr>
                <a:schemeClr val="dk1"/>
              </a:buClr>
              <a:buSzPts val="3000"/>
              <a:buNone/>
              <a:defRPr sz="5500">
                <a:latin typeface="Quantico"/>
                <a:ea typeface="Quantico"/>
                <a:cs typeface="Quantico"/>
                <a:sym typeface="Quantico"/>
              </a:defRPr>
            </a:lvl7pPr>
            <a:lvl8pPr lvl="7">
              <a:lnSpc>
                <a:spcPct val="80000"/>
              </a:lnSpc>
              <a:spcBef>
                <a:spcPts val="0"/>
              </a:spcBef>
              <a:spcAft>
                <a:spcPts val="0"/>
              </a:spcAft>
              <a:buClr>
                <a:schemeClr val="dk1"/>
              </a:buClr>
              <a:buSzPts val="3000"/>
              <a:buNone/>
              <a:defRPr sz="5500">
                <a:latin typeface="Quantico"/>
                <a:ea typeface="Quantico"/>
                <a:cs typeface="Quantico"/>
                <a:sym typeface="Quantico"/>
              </a:defRPr>
            </a:lvl8pPr>
            <a:lvl9pPr lvl="8">
              <a:lnSpc>
                <a:spcPct val="80000"/>
              </a:lnSpc>
              <a:spcBef>
                <a:spcPts val="0"/>
              </a:spcBef>
              <a:spcAft>
                <a:spcPts val="0"/>
              </a:spcAft>
              <a:buClr>
                <a:schemeClr val="dk1"/>
              </a:buClr>
              <a:buSzPts val="3000"/>
              <a:buNone/>
              <a:defRPr sz="5500">
                <a:latin typeface="Quantico"/>
                <a:ea typeface="Quantico"/>
                <a:cs typeface="Quantico"/>
                <a:sym typeface="Quantico"/>
              </a:defRPr>
            </a:lvl9pPr>
          </a:lstStyle>
          <a:p/>
        </p:txBody>
      </p:sp>
      <p:sp>
        <p:nvSpPr>
          <p:cNvPr id="973" name="Google Shape;973;p61"/>
          <p:cNvSpPr/>
          <p:nvPr>
            <p:ph idx="3" type="pic"/>
          </p:nvPr>
        </p:nvSpPr>
        <p:spPr>
          <a:xfrm flipH="1">
            <a:off x="696043" y="2125400"/>
            <a:ext cx="2129100" cy="1513500"/>
          </a:xfrm>
          <a:prstGeom prst="snip1Rect">
            <a:avLst>
              <a:gd fmla="val 0" name="adj"/>
            </a:avLst>
          </a:prstGeom>
          <a:noFill/>
          <a:ln>
            <a:noFill/>
          </a:ln>
        </p:spPr>
      </p:sp>
      <p:sp>
        <p:nvSpPr>
          <p:cNvPr id="974" name="Google Shape;974;p61"/>
          <p:cNvSpPr/>
          <p:nvPr>
            <p:ph idx="4" type="pic"/>
          </p:nvPr>
        </p:nvSpPr>
        <p:spPr>
          <a:xfrm flipH="1">
            <a:off x="4930693" y="3635300"/>
            <a:ext cx="2100300" cy="1513500"/>
          </a:xfrm>
          <a:prstGeom prst="snip1Rect">
            <a:avLst>
              <a:gd fmla="val 0" name="adj"/>
            </a:avLst>
          </a:prstGeom>
          <a:noFill/>
          <a:ln>
            <a:noFill/>
          </a:ln>
        </p:spPr>
      </p:sp>
      <p:sp>
        <p:nvSpPr>
          <p:cNvPr id="975" name="Google Shape;975;p61"/>
          <p:cNvSpPr txBox="1"/>
          <p:nvPr>
            <p:ph idx="5" type="title"/>
          </p:nvPr>
        </p:nvSpPr>
        <p:spPr>
          <a:xfrm>
            <a:off x="7243093" y="85154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76" name="Google Shape;976;p61"/>
          <p:cNvSpPr txBox="1"/>
          <p:nvPr>
            <p:ph idx="6" type="title"/>
          </p:nvPr>
        </p:nvSpPr>
        <p:spPr>
          <a:xfrm>
            <a:off x="3257860" y="2361757"/>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77" name="Google Shape;977;p61"/>
          <p:cNvSpPr txBox="1"/>
          <p:nvPr>
            <p:ph idx="7" type="title"/>
          </p:nvPr>
        </p:nvSpPr>
        <p:spPr>
          <a:xfrm>
            <a:off x="7229582" y="3878226"/>
            <a:ext cx="1696500" cy="269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b="1"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b="1"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b="1"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b="1"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b="1"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b="1"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b="1"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b="1"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b="1" sz="1200">
                <a:latin typeface="Lato"/>
                <a:ea typeface="Lato"/>
                <a:cs typeface="Lato"/>
                <a:sym typeface="Lato"/>
              </a:defRPr>
            </a:lvl9pPr>
          </a:lstStyle>
          <a:p/>
        </p:txBody>
      </p:sp>
      <p:sp>
        <p:nvSpPr>
          <p:cNvPr id="978" name="Google Shape;978;p61"/>
          <p:cNvSpPr txBox="1"/>
          <p:nvPr>
            <p:ph idx="1" type="body"/>
          </p:nvPr>
        </p:nvSpPr>
        <p:spPr>
          <a:xfrm>
            <a:off x="3257120" y="2663823"/>
            <a:ext cx="15789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979" name="Google Shape;979;p61"/>
          <p:cNvSpPr txBox="1"/>
          <p:nvPr>
            <p:ph idx="8" type="body"/>
          </p:nvPr>
        </p:nvSpPr>
        <p:spPr>
          <a:xfrm>
            <a:off x="7237317" y="4178575"/>
            <a:ext cx="17844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980" name="Google Shape;980;p61"/>
          <p:cNvSpPr txBox="1"/>
          <p:nvPr>
            <p:ph idx="9" type="body"/>
          </p:nvPr>
        </p:nvSpPr>
        <p:spPr>
          <a:xfrm>
            <a:off x="7246218" y="1157300"/>
            <a:ext cx="1680000" cy="830100"/>
          </a:xfrm>
          <a:prstGeom prst="rect">
            <a:avLst/>
          </a:prstGeom>
        </p:spPr>
        <p:txBody>
          <a:bodyPr anchorCtr="0" anchor="t" bIns="0" lIns="0" spcFirstLastPara="1" rIns="91425" wrap="square" tIns="0">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4">
  <p:cSld name="CUSTOM_15">
    <p:bg>
      <p:bgPr>
        <a:solidFill>
          <a:schemeClr val="lt1"/>
        </a:solidFill>
      </p:bgPr>
    </p:bg>
    <p:spTree>
      <p:nvGrpSpPr>
        <p:cNvPr id="981" name="Shape 981"/>
        <p:cNvGrpSpPr/>
        <p:nvPr/>
      </p:nvGrpSpPr>
      <p:grpSpPr>
        <a:xfrm>
          <a:off x="0" y="0"/>
          <a:ext cx="0" cy="0"/>
          <a:chOff x="0" y="0"/>
          <a:chExt cx="0" cy="0"/>
        </a:xfrm>
      </p:grpSpPr>
      <p:pic>
        <p:nvPicPr>
          <p:cNvPr id="982" name="Google Shape;982;p62"/>
          <p:cNvPicPr preferRelativeResize="0"/>
          <p:nvPr/>
        </p:nvPicPr>
        <p:blipFill rotWithShape="1">
          <a:blip r:embed="rId2">
            <a:alphaModFix amt="10000"/>
          </a:blip>
          <a:srcRect b="0" l="789" r="12433" t="0"/>
          <a:stretch/>
        </p:blipFill>
        <p:spPr>
          <a:xfrm>
            <a:off x="0" y="-125"/>
            <a:ext cx="6696900" cy="5143500"/>
          </a:xfrm>
          <a:prstGeom prst="snip1Rect">
            <a:avLst>
              <a:gd fmla="val 16667" name="adj"/>
            </a:avLst>
          </a:prstGeom>
          <a:noFill/>
          <a:ln>
            <a:noFill/>
          </a:ln>
        </p:spPr>
      </p:pic>
      <p:sp>
        <p:nvSpPr>
          <p:cNvPr id="983" name="Google Shape;983;p62"/>
          <p:cNvSpPr txBox="1"/>
          <p:nvPr>
            <p:ph type="title"/>
          </p:nvPr>
        </p:nvSpPr>
        <p:spPr>
          <a:xfrm>
            <a:off x="7055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984" name="Google Shape;984;p62"/>
          <p:cNvSpPr txBox="1"/>
          <p:nvPr>
            <p:ph idx="2" type="title"/>
          </p:nvPr>
        </p:nvSpPr>
        <p:spPr>
          <a:xfrm>
            <a:off x="7055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985" name="Google Shape;985;p62"/>
          <p:cNvSpPr txBox="1"/>
          <p:nvPr>
            <p:ph idx="3" type="title"/>
          </p:nvPr>
        </p:nvSpPr>
        <p:spPr>
          <a:xfrm>
            <a:off x="34617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986" name="Google Shape;986;p62"/>
          <p:cNvSpPr txBox="1"/>
          <p:nvPr>
            <p:ph idx="4" type="title"/>
          </p:nvPr>
        </p:nvSpPr>
        <p:spPr>
          <a:xfrm>
            <a:off x="34617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987" name="Google Shape;987;p62"/>
          <p:cNvSpPr txBox="1"/>
          <p:nvPr>
            <p:ph idx="5" type="title"/>
          </p:nvPr>
        </p:nvSpPr>
        <p:spPr>
          <a:xfrm>
            <a:off x="6219150" y="39343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14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988" name="Google Shape;988;p62"/>
          <p:cNvSpPr txBox="1"/>
          <p:nvPr>
            <p:ph idx="6" type="title"/>
          </p:nvPr>
        </p:nvSpPr>
        <p:spPr>
          <a:xfrm>
            <a:off x="6219150" y="2635250"/>
            <a:ext cx="2247900" cy="923400"/>
          </a:xfrm>
          <a:prstGeom prst="rect">
            <a:avLst/>
          </a:prstGeom>
        </p:spPr>
        <p:txBody>
          <a:bodyPr anchorCtr="0" anchor="t" bIns="0" lIns="0" spcFirstLastPara="1" rIns="0" wrap="square" tIns="0">
            <a:noAutofit/>
          </a:bodyPr>
          <a:lstStyle>
            <a:lvl1pPr lvl="0">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2800"/>
              <a:buFont typeface="Lato"/>
              <a:buNone/>
              <a:defRPr sz="1000">
                <a:solidFill>
                  <a:schemeClr val="accent6"/>
                </a:solidFill>
                <a:latin typeface="Lato"/>
                <a:ea typeface="Lato"/>
                <a:cs typeface="Lato"/>
                <a:sym typeface="Lato"/>
              </a:defRPr>
            </a:lvl9pPr>
          </a:lstStyle>
          <a:p/>
        </p:txBody>
      </p:sp>
      <p:sp>
        <p:nvSpPr>
          <p:cNvPr id="989" name="Google Shape;989;p62"/>
          <p:cNvSpPr txBox="1"/>
          <p:nvPr>
            <p:ph idx="7" type="title"/>
          </p:nvPr>
        </p:nvSpPr>
        <p:spPr>
          <a:xfrm>
            <a:off x="430209" y="907725"/>
            <a:ext cx="6815400" cy="1038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700"/>
              <a:buNone/>
              <a:defRPr sz="3700">
                <a:solidFill>
                  <a:schemeClr val="accent6"/>
                </a:solidFill>
              </a:defRPr>
            </a:lvl1pPr>
            <a:lvl2pPr lvl="1">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2pPr>
            <a:lvl3pPr lvl="2">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3pPr>
            <a:lvl4pPr lvl="3">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4pPr>
            <a:lvl5pPr lvl="4">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5pPr>
            <a:lvl6pPr lvl="5">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6pPr>
            <a:lvl7pPr lvl="6">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7pPr>
            <a:lvl8pPr lvl="7">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8pPr>
            <a:lvl9pPr lvl="8">
              <a:spcBef>
                <a:spcPts val="0"/>
              </a:spcBef>
              <a:spcAft>
                <a:spcPts val="0"/>
              </a:spcAft>
              <a:buClr>
                <a:schemeClr val="accent6"/>
              </a:buClr>
              <a:buSzPts val="4800"/>
              <a:buNone/>
              <a:defRPr b="1" sz="48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9 ">
  <p:cSld name="BLANK_1_1_1_1_1_1_1_1_1_1_1_1_1_1_1_1_1_1_1">
    <p:spTree>
      <p:nvGrpSpPr>
        <p:cNvPr id="990" name="Shape 990"/>
        <p:cNvGrpSpPr/>
        <p:nvPr/>
      </p:nvGrpSpPr>
      <p:grpSpPr>
        <a:xfrm>
          <a:off x="0" y="0"/>
          <a:ext cx="0" cy="0"/>
          <a:chOff x="0" y="0"/>
          <a:chExt cx="0" cy="0"/>
        </a:xfrm>
      </p:grpSpPr>
      <p:sp>
        <p:nvSpPr>
          <p:cNvPr id="991" name="Google Shape;991;p63"/>
          <p:cNvSpPr/>
          <p:nvPr/>
        </p:nvSpPr>
        <p:spPr>
          <a:xfrm>
            <a:off x="3400700" y="0"/>
            <a:ext cx="5742900" cy="1427100"/>
          </a:xfrm>
          <a:prstGeom prst="snip1Rect">
            <a:avLst>
              <a:gd fmla="val 27405"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92" name="Google Shape;992;p63"/>
          <p:cNvSpPr txBox="1"/>
          <p:nvPr>
            <p:ph idx="1" type="subTitle"/>
          </p:nvPr>
        </p:nvSpPr>
        <p:spPr>
          <a:xfrm>
            <a:off x="3718425" y="402000"/>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993" name="Google Shape;993;p63"/>
          <p:cNvSpPr/>
          <p:nvPr/>
        </p:nvSpPr>
        <p:spPr>
          <a:xfrm>
            <a:off x="3400700" y="1427100"/>
            <a:ext cx="5742900" cy="1790400"/>
          </a:xfrm>
          <a:prstGeom prst="snip1Rect">
            <a:avLst>
              <a:gd fmla="val 23783"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94" name="Google Shape;994;p63"/>
          <p:cNvSpPr/>
          <p:nvPr/>
        </p:nvSpPr>
        <p:spPr>
          <a:xfrm>
            <a:off x="3400700" y="3217500"/>
            <a:ext cx="5742900" cy="1924500"/>
          </a:xfrm>
          <a:prstGeom prst="snip1Rect">
            <a:avLst>
              <a:gd fmla="val 22192"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995" name="Google Shape;995;p63"/>
          <p:cNvSpPr txBox="1"/>
          <p:nvPr>
            <p:ph idx="2" type="subTitle"/>
          </p:nvPr>
        </p:nvSpPr>
        <p:spPr>
          <a:xfrm>
            <a:off x="4249525" y="402000"/>
            <a:ext cx="43158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996" name="Google Shape;996;p63"/>
          <p:cNvSpPr txBox="1"/>
          <p:nvPr>
            <p:ph idx="3" type="subTitle"/>
          </p:nvPr>
        </p:nvSpPr>
        <p:spPr>
          <a:xfrm>
            <a:off x="3718425" y="1696338"/>
            <a:ext cx="1459500" cy="1251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997" name="Google Shape;997;p63"/>
          <p:cNvSpPr txBox="1"/>
          <p:nvPr>
            <p:ph idx="4" type="subTitle"/>
          </p:nvPr>
        </p:nvSpPr>
        <p:spPr>
          <a:xfrm>
            <a:off x="4249525" y="1696338"/>
            <a:ext cx="18684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
        <p:nvSpPr>
          <p:cNvPr id="998" name="Google Shape;998;p63"/>
          <p:cNvSpPr txBox="1"/>
          <p:nvPr>
            <p:ph type="title"/>
          </p:nvPr>
        </p:nvSpPr>
        <p:spPr>
          <a:xfrm>
            <a:off x="556500" y="531900"/>
            <a:ext cx="2714700" cy="1039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lnSpc>
                <a:spcPct val="90000"/>
              </a:lnSpc>
              <a:spcBef>
                <a:spcPts val="0"/>
              </a:spcBef>
              <a:spcAft>
                <a:spcPts val="0"/>
              </a:spcAft>
              <a:buClr>
                <a:schemeClr val="dk1"/>
              </a:buClr>
              <a:buSzPts val="3000"/>
              <a:buNone/>
              <a:defRPr sz="2400">
                <a:latin typeface="Quantico"/>
                <a:ea typeface="Quantico"/>
                <a:cs typeface="Quantico"/>
                <a:sym typeface="Quantico"/>
              </a:defRPr>
            </a:lvl2pPr>
            <a:lvl3pPr lvl="2">
              <a:lnSpc>
                <a:spcPct val="90000"/>
              </a:lnSpc>
              <a:spcBef>
                <a:spcPts val="0"/>
              </a:spcBef>
              <a:spcAft>
                <a:spcPts val="0"/>
              </a:spcAft>
              <a:buClr>
                <a:schemeClr val="dk1"/>
              </a:buClr>
              <a:buSzPts val="3000"/>
              <a:buNone/>
              <a:defRPr sz="2400">
                <a:latin typeface="Quantico"/>
                <a:ea typeface="Quantico"/>
                <a:cs typeface="Quantico"/>
                <a:sym typeface="Quantico"/>
              </a:defRPr>
            </a:lvl3pPr>
            <a:lvl4pPr lvl="3">
              <a:lnSpc>
                <a:spcPct val="90000"/>
              </a:lnSpc>
              <a:spcBef>
                <a:spcPts val="0"/>
              </a:spcBef>
              <a:spcAft>
                <a:spcPts val="0"/>
              </a:spcAft>
              <a:buClr>
                <a:schemeClr val="dk1"/>
              </a:buClr>
              <a:buSzPts val="3000"/>
              <a:buNone/>
              <a:defRPr sz="2400">
                <a:latin typeface="Quantico"/>
                <a:ea typeface="Quantico"/>
                <a:cs typeface="Quantico"/>
                <a:sym typeface="Quantico"/>
              </a:defRPr>
            </a:lvl4pPr>
            <a:lvl5pPr lvl="4">
              <a:lnSpc>
                <a:spcPct val="90000"/>
              </a:lnSpc>
              <a:spcBef>
                <a:spcPts val="0"/>
              </a:spcBef>
              <a:spcAft>
                <a:spcPts val="0"/>
              </a:spcAft>
              <a:buClr>
                <a:schemeClr val="dk1"/>
              </a:buClr>
              <a:buSzPts val="3000"/>
              <a:buNone/>
              <a:defRPr sz="2400">
                <a:latin typeface="Quantico"/>
                <a:ea typeface="Quantico"/>
                <a:cs typeface="Quantico"/>
                <a:sym typeface="Quantico"/>
              </a:defRPr>
            </a:lvl5pPr>
            <a:lvl6pPr lvl="5">
              <a:lnSpc>
                <a:spcPct val="90000"/>
              </a:lnSpc>
              <a:spcBef>
                <a:spcPts val="0"/>
              </a:spcBef>
              <a:spcAft>
                <a:spcPts val="0"/>
              </a:spcAft>
              <a:buClr>
                <a:schemeClr val="dk1"/>
              </a:buClr>
              <a:buSzPts val="3000"/>
              <a:buNone/>
              <a:defRPr sz="2400">
                <a:latin typeface="Quantico"/>
                <a:ea typeface="Quantico"/>
                <a:cs typeface="Quantico"/>
                <a:sym typeface="Quantico"/>
              </a:defRPr>
            </a:lvl6pPr>
            <a:lvl7pPr lvl="6">
              <a:lnSpc>
                <a:spcPct val="90000"/>
              </a:lnSpc>
              <a:spcBef>
                <a:spcPts val="0"/>
              </a:spcBef>
              <a:spcAft>
                <a:spcPts val="0"/>
              </a:spcAft>
              <a:buClr>
                <a:schemeClr val="dk1"/>
              </a:buClr>
              <a:buSzPts val="3000"/>
              <a:buNone/>
              <a:defRPr sz="2400">
                <a:latin typeface="Quantico"/>
                <a:ea typeface="Quantico"/>
                <a:cs typeface="Quantico"/>
                <a:sym typeface="Quantico"/>
              </a:defRPr>
            </a:lvl7pPr>
            <a:lvl8pPr lvl="7">
              <a:lnSpc>
                <a:spcPct val="90000"/>
              </a:lnSpc>
              <a:spcBef>
                <a:spcPts val="0"/>
              </a:spcBef>
              <a:spcAft>
                <a:spcPts val="0"/>
              </a:spcAft>
              <a:buClr>
                <a:schemeClr val="dk1"/>
              </a:buClr>
              <a:buSzPts val="3000"/>
              <a:buNone/>
              <a:defRPr sz="2400">
                <a:latin typeface="Quantico"/>
                <a:ea typeface="Quantico"/>
                <a:cs typeface="Quantico"/>
                <a:sym typeface="Quantico"/>
              </a:defRPr>
            </a:lvl8pPr>
            <a:lvl9pPr lvl="8">
              <a:lnSpc>
                <a:spcPct val="90000"/>
              </a:lnSpc>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999" name="Google Shape;999;p63"/>
          <p:cNvSpPr/>
          <p:nvPr>
            <p:ph idx="5" type="pic"/>
          </p:nvPr>
        </p:nvSpPr>
        <p:spPr>
          <a:xfrm>
            <a:off x="75" y="2673275"/>
            <a:ext cx="3400800" cy="2471400"/>
          </a:xfrm>
          <a:prstGeom prst="snip1Rect">
            <a:avLst>
              <a:gd fmla="val 21231" name="adj"/>
            </a:avLst>
          </a:prstGeom>
          <a:noFill/>
          <a:ln>
            <a:noFill/>
          </a:ln>
        </p:spPr>
      </p:sp>
      <p:sp>
        <p:nvSpPr>
          <p:cNvPr id="1000" name="Google Shape;1000;p63"/>
          <p:cNvSpPr txBox="1"/>
          <p:nvPr>
            <p:ph idx="6" type="subTitle"/>
          </p:nvPr>
        </p:nvSpPr>
        <p:spPr>
          <a:xfrm>
            <a:off x="582450" y="1733025"/>
            <a:ext cx="2400600" cy="7455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dk1"/>
              </a:buClr>
              <a:buSzPts val="1000"/>
              <a:buFont typeface="Lato"/>
              <a:buNone/>
              <a:defRPr>
                <a:solidFill>
                  <a:schemeClr val="dk1"/>
                </a:solidFill>
              </a:defRPr>
            </a:lvl1pPr>
            <a:lvl2pPr lvl="1">
              <a:lnSpc>
                <a:spcPct val="115000"/>
              </a:lnSpc>
              <a:spcBef>
                <a:spcPts val="1000"/>
              </a:spcBef>
              <a:spcAft>
                <a:spcPts val="0"/>
              </a:spcAft>
              <a:buClr>
                <a:schemeClr val="dk1"/>
              </a:buClr>
              <a:buSzPts val="1000"/>
              <a:buFont typeface="Lato"/>
              <a:buNone/>
              <a:defRPr>
                <a:solidFill>
                  <a:schemeClr val="dk1"/>
                </a:solidFill>
              </a:defRPr>
            </a:lvl2pPr>
            <a:lvl3pPr lvl="2">
              <a:lnSpc>
                <a:spcPct val="115000"/>
              </a:lnSpc>
              <a:spcBef>
                <a:spcPts val="1000"/>
              </a:spcBef>
              <a:spcAft>
                <a:spcPts val="0"/>
              </a:spcAft>
              <a:buClr>
                <a:schemeClr val="dk1"/>
              </a:buClr>
              <a:buSzPts val="1000"/>
              <a:buFont typeface="Lato"/>
              <a:buNone/>
              <a:defRPr>
                <a:solidFill>
                  <a:schemeClr val="dk1"/>
                </a:solidFill>
              </a:defRPr>
            </a:lvl3pPr>
            <a:lvl4pPr lvl="3">
              <a:lnSpc>
                <a:spcPct val="115000"/>
              </a:lnSpc>
              <a:spcBef>
                <a:spcPts val="1000"/>
              </a:spcBef>
              <a:spcAft>
                <a:spcPts val="0"/>
              </a:spcAft>
              <a:buClr>
                <a:schemeClr val="dk1"/>
              </a:buClr>
              <a:buSzPts val="1000"/>
              <a:buFont typeface="Lato"/>
              <a:buNone/>
              <a:defRPr>
                <a:solidFill>
                  <a:schemeClr val="dk1"/>
                </a:solidFill>
              </a:defRPr>
            </a:lvl4pPr>
            <a:lvl5pPr lvl="4">
              <a:lnSpc>
                <a:spcPct val="115000"/>
              </a:lnSpc>
              <a:spcBef>
                <a:spcPts val="1000"/>
              </a:spcBef>
              <a:spcAft>
                <a:spcPts val="0"/>
              </a:spcAft>
              <a:buClr>
                <a:schemeClr val="dk1"/>
              </a:buClr>
              <a:buSzPts val="1000"/>
              <a:buFont typeface="Lato"/>
              <a:buNone/>
              <a:defRPr>
                <a:solidFill>
                  <a:schemeClr val="dk1"/>
                </a:solidFill>
              </a:defRPr>
            </a:lvl5pPr>
            <a:lvl6pPr lvl="5">
              <a:lnSpc>
                <a:spcPct val="115000"/>
              </a:lnSpc>
              <a:spcBef>
                <a:spcPts val="1000"/>
              </a:spcBef>
              <a:spcAft>
                <a:spcPts val="0"/>
              </a:spcAft>
              <a:buClr>
                <a:schemeClr val="dk1"/>
              </a:buClr>
              <a:buSzPts val="1000"/>
              <a:buFont typeface="Lato"/>
              <a:buNone/>
              <a:defRPr>
                <a:solidFill>
                  <a:schemeClr val="dk1"/>
                </a:solidFill>
              </a:defRPr>
            </a:lvl6pPr>
            <a:lvl7pPr lvl="6">
              <a:lnSpc>
                <a:spcPct val="115000"/>
              </a:lnSpc>
              <a:spcBef>
                <a:spcPts val="1000"/>
              </a:spcBef>
              <a:spcAft>
                <a:spcPts val="0"/>
              </a:spcAft>
              <a:buClr>
                <a:schemeClr val="dk1"/>
              </a:buClr>
              <a:buSzPts val="1000"/>
              <a:buFont typeface="Lato"/>
              <a:buNone/>
              <a:defRPr>
                <a:solidFill>
                  <a:schemeClr val="dk1"/>
                </a:solidFill>
              </a:defRPr>
            </a:lvl7pPr>
            <a:lvl8pPr lvl="7">
              <a:lnSpc>
                <a:spcPct val="115000"/>
              </a:lnSpc>
              <a:spcBef>
                <a:spcPts val="1000"/>
              </a:spcBef>
              <a:spcAft>
                <a:spcPts val="0"/>
              </a:spcAft>
              <a:buClr>
                <a:schemeClr val="dk1"/>
              </a:buClr>
              <a:buSzPts val="1000"/>
              <a:buFont typeface="Lato"/>
              <a:buNone/>
              <a:defRPr>
                <a:solidFill>
                  <a:schemeClr val="dk1"/>
                </a:solidFill>
              </a:defRPr>
            </a:lvl8pPr>
            <a:lvl9pPr lvl="8">
              <a:lnSpc>
                <a:spcPct val="115000"/>
              </a:lnSpc>
              <a:spcBef>
                <a:spcPts val="1000"/>
              </a:spcBef>
              <a:spcAft>
                <a:spcPts val="1000"/>
              </a:spcAft>
              <a:buClr>
                <a:schemeClr val="dk1"/>
              </a:buClr>
              <a:buSzPts val="1000"/>
              <a:buFont typeface="Lato"/>
              <a:buNone/>
              <a:defRPr>
                <a:solidFill>
                  <a:schemeClr val="dk1"/>
                </a:solidFill>
              </a:defRPr>
            </a:lvl9pPr>
          </a:lstStyle>
          <a:p/>
        </p:txBody>
      </p:sp>
      <p:sp>
        <p:nvSpPr>
          <p:cNvPr id="1001" name="Google Shape;1001;p63"/>
          <p:cNvSpPr txBox="1"/>
          <p:nvPr>
            <p:ph idx="7" type="subTitle"/>
          </p:nvPr>
        </p:nvSpPr>
        <p:spPr>
          <a:xfrm>
            <a:off x="3718450" y="3470325"/>
            <a:ext cx="3678300" cy="454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400"/>
              <a:buFont typeface="Quantico"/>
              <a:buNone/>
              <a:defRPr sz="1400">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400"/>
              <a:buFont typeface="Quantico"/>
              <a:buNone/>
              <a:defRPr sz="1400">
                <a:solidFill>
                  <a:schemeClr val="accent6"/>
                </a:solidFill>
                <a:latin typeface="Quantico"/>
                <a:ea typeface="Quantico"/>
                <a:cs typeface="Quantico"/>
                <a:sym typeface="Quantico"/>
              </a:defRPr>
            </a:lvl9pPr>
          </a:lstStyle>
          <a:p/>
        </p:txBody>
      </p:sp>
      <p:sp>
        <p:nvSpPr>
          <p:cNvPr id="1002" name="Google Shape;1002;p63"/>
          <p:cNvSpPr txBox="1"/>
          <p:nvPr>
            <p:ph idx="8" type="subTitle"/>
          </p:nvPr>
        </p:nvSpPr>
        <p:spPr>
          <a:xfrm>
            <a:off x="3724200" y="3884675"/>
            <a:ext cx="5063100" cy="1039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003" name="Google Shape;1003;p63"/>
          <p:cNvSpPr txBox="1"/>
          <p:nvPr>
            <p:ph idx="9" type="subTitle"/>
          </p:nvPr>
        </p:nvSpPr>
        <p:spPr>
          <a:xfrm>
            <a:off x="5999175" y="1696338"/>
            <a:ext cx="2787300" cy="1251900"/>
          </a:xfrm>
          <a:prstGeom prst="rect">
            <a:avLst/>
          </a:prstGeom>
        </p:spPr>
        <p:txBody>
          <a:bodyPr anchorCtr="0" anchor="t" bIns="0" lIns="0" spcFirstLastPara="1" rIns="91425" wrap="square" tIns="0">
            <a:noAutofit/>
          </a:bodyPr>
          <a:lstStyle>
            <a:lvl1pPr lvl="0">
              <a:lnSpc>
                <a:spcPct val="130000"/>
              </a:lnSpc>
              <a:spcBef>
                <a:spcPts val="0"/>
              </a:spcBef>
              <a:spcAft>
                <a:spcPts val="0"/>
              </a:spcAft>
              <a:buClr>
                <a:schemeClr val="accent6"/>
              </a:buClr>
              <a:buSzPts val="1000"/>
              <a:buFont typeface="Lato"/>
              <a:buNone/>
              <a:defRPr>
                <a:solidFill>
                  <a:schemeClr val="accent6"/>
                </a:solidFill>
              </a:defRPr>
            </a:lvl1pPr>
            <a:lvl2pPr lvl="1">
              <a:lnSpc>
                <a:spcPct val="130000"/>
              </a:lnSpc>
              <a:spcBef>
                <a:spcPts val="0"/>
              </a:spcBef>
              <a:spcAft>
                <a:spcPts val="0"/>
              </a:spcAft>
              <a:buClr>
                <a:schemeClr val="accent6"/>
              </a:buClr>
              <a:buSzPts val="1000"/>
              <a:buFont typeface="Lato"/>
              <a:buNone/>
              <a:defRPr>
                <a:solidFill>
                  <a:schemeClr val="accent6"/>
                </a:solidFill>
              </a:defRPr>
            </a:lvl2pPr>
            <a:lvl3pPr lvl="2">
              <a:lnSpc>
                <a:spcPct val="130000"/>
              </a:lnSpc>
              <a:spcBef>
                <a:spcPts val="0"/>
              </a:spcBef>
              <a:spcAft>
                <a:spcPts val="0"/>
              </a:spcAft>
              <a:buClr>
                <a:schemeClr val="accent6"/>
              </a:buClr>
              <a:buSzPts val="1000"/>
              <a:buFont typeface="Lato"/>
              <a:buNone/>
              <a:defRPr>
                <a:solidFill>
                  <a:schemeClr val="accent6"/>
                </a:solidFill>
              </a:defRPr>
            </a:lvl3pPr>
            <a:lvl4pPr lvl="3">
              <a:lnSpc>
                <a:spcPct val="130000"/>
              </a:lnSpc>
              <a:spcBef>
                <a:spcPts val="0"/>
              </a:spcBef>
              <a:spcAft>
                <a:spcPts val="0"/>
              </a:spcAft>
              <a:buClr>
                <a:schemeClr val="accent6"/>
              </a:buClr>
              <a:buSzPts val="1000"/>
              <a:buFont typeface="Lato"/>
              <a:buNone/>
              <a:defRPr>
                <a:solidFill>
                  <a:schemeClr val="accent6"/>
                </a:solidFill>
              </a:defRPr>
            </a:lvl4pPr>
            <a:lvl5pPr lvl="4">
              <a:lnSpc>
                <a:spcPct val="130000"/>
              </a:lnSpc>
              <a:spcBef>
                <a:spcPts val="0"/>
              </a:spcBef>
              <a:spcAft>
                <a:spcPts val="0"/>
              </a:spcAft>
              <a:buClr>
                <a:schemeClr val="accent6"/>
              </a:buClr>
              <a:buSzPts val="1000"/>
              <a:buFont typeface="Lato"/>
              <a:buNone/>
              <a:defRPr>
                <a:solidFill>
                  <a:schemeClr val="accent6"/>
                </a:solidFill>
              </a:defRPr>
            </a:lvl5pPr>
            <a:lvl6pPr lvl="5">
              <a:lnSpc>
                <a:spcPct val="130000"/>
              </a:lnSpc>
              <a:spcBef>
                <a:spcPts val="0"/>
              </a:spcBef>
              <a:spcAft>
                <a:spcPts val="0"/>
              </a:spcAft>
              <a:buClr>
                <a:schemeClr val="accent6"/>
              </a:buClr>
              <a:buSzPts val="1000"/>
              <a:buFont typeface="Lato"/>
              <a:buNone/>
              <a:defRPr>
                <a:solidFill>
                  <a:schemeClr val="accent6"/>
                </a:solidFill>
              </a:defRPr>
            </a:lvl6pPr>
            <a:lvl7pPr lvl="6">
              <a:lnSpc>
                <a:spcPct val="130000"/>
              </a:lnSpc>
              <a:spcBef>
                <a:spcPts val="0"/>
              </a:spcBef>
              <a:spcAft>
                <a:spcPts val="0"/>
              </a:spcAft>
              <a:buClr>
                <a:schemeClr val="accent6"/>
              </a:buClr>
              <a:buSzPts val="1000"/>
              <a:buFont typeface="Lato"/>
              <a:buNone/>
              <a:defRPr>
                <a:solidFill>
                  <a:schemeClr val="accent6"/>
                </a:solidFill>
              </a:defRPr>
            </a:lvl7pPr>
            <a:lvl8pPr lvl="7">
              <a:lnSpc>
                <a:spcPct val="130000"/>
              </a:lnSpc>
              <a:spcBef>
                <a:spcPts val="0"/>
              </a:spcBef>
              <a:spcAft>
                <a:spcPts val="0"/>
              </a:spcAft>
              <a:buClr>
                <a:schemeClr val="accent6"/>
              </a:buClr>
              <a:buSzPts val="1000"/>
              <a:buFont typeface="Lato"/>
              <a:buNone/>
              <a:defRPr>
                <a:solidFill>
                  <a:schemeClr val="accent6"/>
                </a:solidFill>
              </a:defRPr>
            </a:lvl8pPr>
            <a:lvl9pPr lvl="8">
              <a:lnSpc>
                <a:spcPct val="130000"/>
              </a:lnSpc>
              <a:spcBef>
                <a:spcPts val="0"/>
              </a:spcBef>
              <a:spcAft>
                <a:spcPts val="0"/>
              </a:spcAft>
              <a:buClr>
                <a:schemeClr val="accent6"/>
              </a:buClr>
              <a:buSzPts val="1000"/>
              <a:buFont typeface="Lato"/>
              <a:buNone/>
              <a:defRPr>
                <a:solidFill>
                  <a:schemeClr val="accent6"/>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0">
  <p:cSld name="BLANK_1_1_1_1_1_1_1_1_1_1_1_1_1_1_1_1_1_1">
    <p:spTree>
      <p:nvGrpSpPr>
        <p:cNvPr id="1004" name="Shape 1004"/>
        <p:cNvGrpSpPr/>
        <p:nvPr/>
      </p:nvGrpSpPr>
      <p:grpSpPr>
        <a:xfrm>
          <a:off x="0" y="0"/>
          <a:ext cx="0" cy="0"/>
          <a:chOff x="0" y="0"/>
          <a:chExt cx="0" cy="0"/>
        </a:xfrm>
      </p:grpSpPr>
      <p:sp>
        <p:nvSpPr>
          <p:cNvPr id="1005" name="Google Shape;1005;p64"/>
          <p:cNvSpPr txBox="1"/>
          <p:nvPr>
            <p:ph type="title"/>
          </p:nvPr>
        </p:nvSpPr>
        <p:spPr>
          <a:xfrm>
            <a:off x="508000" y="466750"/>
            <a:ext cx="3752700" cy="1868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lt1"/>
              </a:buClr>
              <a:buSzPts val="3000"/>
              <a:buNone/>
              <a:defRPr sz="2400">
                <a:solidFill>
                  <a:schemeClr val="lt1"/>
                </a:solidFill>
              </a:defRPr>
            </a:lvl1pPr>
            <a:lvl2pPr lvl="1">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2pPr>
            <a:lvl3pPr lvl="2">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3pPr>
            <a:lvl4pPr lvl="3">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4pPr>
            <a:lvl5pPr lvl="4">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5pPr>
            <a:lvl6pPr lvl="5">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6pPr>
            <a:lvl7pPr lvl="6">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7pPr>
            <a:lvl8pPr lvl="7">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8pPr>
            <a:lvl9pPr lvl="8">
              <a:lnSpc>
                <a:spcPct val="90000"/>
              </a:lnSpc>
              <a:spcBef>
                <a:spcPts val="0"/>
              </a:spcBef>
              <a:spcAft>
                <a:spcPts val="0"/>
              </a:spcAft>
              <a:buClr>
                <a:schemeClr val="lt1"/>
              </a:buClr>
              <a:buSzPts val="3000"/>
              <a:buNone/>
              <a:defRPr sz="2400">
                <a:solidFill>
                  <a:schemeClr val="lt1"/>
                </a:solidFill>
                <a:latin typeface="Quantico"/>
                <a:ea typeface="Quantico"/>
                <a:cs typeface="Quantico"/>
                <a:sym typeface="Quantico"/>
              </a:defRPr>
            </a:lvl9pPr>
          </a:lstStyle>
          <a:p/>
        </p:txBody>
      </p:sp>
      <p:sp>
        <p:nvSpPr>
          <p:cNvPr id="1006" name="Google Shape;1006;p64"/>
          <p:cNvSpPr/>
          <p:nvPr>
            <p:ph idx="2" type="pic"/>
          </p:nvPr>
        </p:nvSpPr>
        <p:spPr>
          <a:xfrm>
            <a:off x="75" y="2673275"/>
            <a:ext cx="3014400" cy="2471400"/>
          </a:xfrm>
          <a:prstGeom prst="snip1Rect">
            <a:avLst>
              <a:gd fmla="val 0" name="adj"/>
            </a:avLst>
          </a:prstGeom>
          <a:noFill/>
          <a:ln>
            <a:noFill/>
          </a:ln>
        </p:spPr>
      </p:sp>
      <p:sp>
        <p:nvSpPr>
          <p:cNvPr id="1007" name="Google Shape;1007;p64"/>
          <p:cNvSpPr/>
          <p:nvPr>
            <p:ph idx="3" type="pic"/>
          </p:nvPr>
        </p:nvSpPr>
        <p:spPr>
          <a:xfrm>
            <a:off x="5341625" y="-3800"/>
            <a:ext cx="3802500" cy="1899300"/>
          </a:xfrm>
          <a:prstGeom prst="snip1Rect">
            <a:avLst>
              <a:gd fmla="val 17337" name="adj"/>
            </a:avLst>
          </a:prstGeom>
          <a:noFill/>
          <a:ln>
            <a:noFill/>
          </a:ln>
        </p:spPr>
      </p:sp>
      <p:sp>
        <p:nvSpPr>
          <p:cNvPr id="1008" name="Google Shape;1008;p64"/>
          <p:cNvSpPr/>
          <p:nvPr/>
        </p:nvSpPr>
        <p:spPr>
          <a:xfrm>
            <a:off x="5341400" y="1709375"/>
            <a:ext cx="3802500" cy="3435300"/>
          </a:xfrm>
          <a:prstGeom prst="snip1Rect">
            <a:avLst>
              <a:gd fmla="val 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09" name="Google Shape;1009;p64"/>
          <p:cNvSpPr/>
          <p:nvPr/>
        </p:nvSpPr>
        <p:spPr>
          <a:xfrm>
            <a:off x="3014300" y="2673275"/>
            <a:ext cx="2327100" cy="2471400"/>
          </a:xfrm>
          <a:prstGeom prst="snip1Rect">
            <a:avLst>
              <a:gd fmla="val 16667"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10" name="Google Shape;1010;p64"/>
          <p:cNvSpPr txBox="1"/>
          <p:nvPr>
            <p:ph idx="1" type="subTitle"/>
          </p:nvPr>
        </p:nvSpPr>
        <p:spPr>
          <a:xfrm>
            <a:off x="3364075" y="3159975"/>
            <a:ext cx="1459500" cy="18681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6"/>
              </a:buClr>
              <a:buSzPts val="1000"/>
              <a:buFont typeface="Lato"/>
              <a:buNone/>
              <a:defRPr>
                <a:solidFill>
                  <a:schemeClr val="accent6"/>
                </a:solidFill>
              </a:defRPr>
            </a:lvl1pPr>
            <a:lvl2pPr lvl="1">
              <a:lnSpc>
                <a:spcPct val="115000"/>
              </a:lnSpc>
              <a:spcBef>
                <a:spcPts val="1000"/>
              </a:spcBef>
              <a:spcAft>
                <a:spcPts val="0"/>
              </a:spcAft>
              <a:buClr>
                <a:schemeClr val="accent6"/>
              </a:buClr>
              <a:buSzPts val="1000"/>
              <a:buFont typeface="Lato"/>
              <a:buNone/>
              <a:defRPr>
                <a:solidFill>
                  <a:schemeClr val="accent6"/>
                </a:solidFill>
              </a:defRPr>
            </a:lvl2pPr>
            <a:lvl3pPr lvl="2">
              <a:lnSpc>
                <a:spcPct val="115000"/>
              </a:lnSpc>
              <a:spcBef>
                <a:spcPts val="1000"/>
              </a:spcBef>
              <a:spcAft>
                <a:spcPts val="0"/>
              </a:spcAft>
              <a:buClr>
                <a:schemeClr val="accent6"/>
              </a:buClr>
              <a:buSzPts val="1000"/>
              <a:buFont typeface="Lato"/>
              <a:buNone/>
              <a:defRPr>
                <a:solidFill>
                  <a:schemeClr val="accent6"/>
                </a:solidFill>
              </a:defRPr>
            </a:lvl3pPr>
            <a:lvl4pPr lvl="3">
              <a:lnSpc>
                <a:spcPct val="115000"/>
              </a:lnSpc>
              <a:spcBef>
                <a:spcPts val="1000"/>
              </a:spcBef>
              <a:spcAft>
                <a:spcPts val="0"/>
              </a:spcAft>
              <a:buClr>
                <a:schemeClr val="accent6"/>
              </a:buClr>
              <a:buSzPts val="1000"/>
              <a:buFont typeface="Lato"/>
              <a:buNone/>
              <a:defRPr>
                <a:solidFill>
                  <a:schemeClr val="accent6"/>
                </a:solidFill>
              </a:defRPr>
            </a:lvl4pPr>
            <a:lvl5pPr lvl="4">
              <a:lnSpc>
                <a:spcPct val="115000"/>
              </a:lnSpc>
              <a:spcBef>
                <a:spcPts val="1000"/>
              </a:spcBef>
              <a:spcAft>
                <a:spcPts val="0"/>
              </a:spcAft>
              <a:buClr>
                <a:schemeClr val="accent6"/>
              </a:buClr>
              <a:buSzPts val="1000"/>
              <a:buFont typeface="Lato"/>
              <a:buNone/>
              <a:defRPr>
                <a:solidFill>
                  <a:schemeClr val="accent6"/>
                </a:solidFill>
              </a:defRPr>
            </a:lvl5pPr>
            <a:lvl6pPr lvl="5">
              <a:lnSpc>
                <a:spcPct val="115000"/>
              </a:lnSpc>
              <a:spcBef>
                <a:spcPts val="1000"/>
              </a:spcBef>
              <a:spcAft>
                <a:spcPts val="0"/>
              </a:spcAft>
              <a:buClr>
                <a:schemeClr val="accent6"/>
              </a:buClr>
              <a:buSzPts val="1000"/>
              <a:buFont typeface="Lato"/>
              <a:buNone/>
              <a:defRPr>
                <a:solidFill>
                  <a:schemeClr val="accent6"/>
                </a:solidFill>
              </a:defRPr>
            </a:lvl6pPr>
            <a:lvl7pPr lvl="6">
              <a:lnSpc>
                <a:spcPct val="115000"/>
              </a:lnSpc>
              <a:spcBef>
                <a:spcPts val="1000"/>
              </a:spcBef>
              <a:spcAft>
                <a:spcPts val="0"/>
              </a:spcAft>
              <a:buClr>
                <a:schemeClr val="accent6"/>
              </a:buClr>
              <a:buSzPts val="1000"/>
              <a:buFont typeface="Lato"/>
              <a:buNone/>
              <a:defRPr>
                <a:solidFill>
                  <a:schemeClr val="accent6"/>
                </a:solidFill>
              </a:defRPr>
            </a:lvl7pPr>
            <a:lvl8pPr lvl="7">
              <a:lnSpc>
                <a:spcPct val="115000"/>
              </a:lnSpc>
              <a:spcBef>
                <a:spcPts val="1000"/>
              </a:spcBef>
              <a:spcAft>
                <a:spcPts val="0"/>
              </a:spcAft>
              <a:buClr>
                <a:schemeClr val="accent6"/>
              </a:buClr>
              <a:buSzPts val="1000"/>
              <a:buFont typeface="Lato"/>
              <a:buNone/>
              <a:defRPr>
                <a:solidFill>
                  <a:schemeClr val="accent6"/>
                </a:solidFill>
              </a:defRPr>
            </a:lvl8pPr>
            <a:lvl9pPr lvl="8">
              <a:lnSpc>
                <a:spcPct val="115000"/>
              </a:lnSpc>
              <a:spcBef>
                <a:spcPts val="1000"/>
              </a:spcBef>
              <a:spcAft>
                <a:spcPts val="1000"/>
              </a:spcAft>
              <a:buClr>
                <a:schemeClr val="accent6"/>
              </a:buClr>
              <a:buSzPts val="1000"/>
              <a:buFont typeface="Lato"/>
              <a:buNone/>
              <a:defRPr>
                <a:solidFill>
                  <a:schemeClr val="accent6"/>
                </a:solidFill>
              </a:defRPr>
            </a:lvl9pPr>
          </a:lstStyle>
          <a:p/>
        </p:txBody>
      </p:sp>
      <p:sp>
        <p:nvSpPr>
          <p:cNvPr id="1011" name="Google Shape;1011;p64"/>
          <p:cNvSpPr txBox="1"/>
          <p:nvPr>
            <p:ph idx="4" type="subTitle"/>
          </p:nvPr>
        </p:nvSpPr>
        <p:spPr>
          <a:xfrm>
            <a:off x="5794450" y="2073450"/>
            <a:ext cx="1459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012" name="Google Shape;1012;p64"/>
          <p:cNvSpPr txBox="1"/>
          <p:nvPr>
            <p:ph idx="5" type="subTitle"/>
          </p:nvPr>
        </p:nvSpPr>
        <p:spPr>
          <a:xfrm>
            <a:off x="7371675" y="2073450"/>
            <a:ext cx="1294500" cy="1642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
        <p:nvSpPr>
          <p:cNvPr id="1013" name="Google Shape;1013;p64"/>
          <p:cNvSpPr txBox="1"/>
          <p:nvPr>
            <p:ph idx="6" type="subTitle"/>
          </p:nvPr>
        </p:nvSpPr>
        <p:spPr>
          <a:xfrm>
            <a:off x="5794450" y="3940350"/>
            <a:ext cx="2831400" cy="917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200"/>
              <a:buFont typeface="Lato"/>
              <a:buNone/>
              <a:defRPr>
                <a:solidFill>
                  <a:schemeClr val="accent6"/>
                </a:solidFill>
              </a:defRPr>
            </a:lvl1pPr>
            <a:lvl2pPr lvl="1">
              <a:lnSpc>
                <a:spcPct val="100000"/>
              </a:lnSpc>
              <a:spcBef>
                <a:spcPts val="1000"/>
              </a:spcBef>
              <a:spcAft>
                <a:spcPts val="0"/>
              </a:spcAft>
              <a:buClr>
                <a:schemeClr val="accent6"/>
              </a:buClr>
              <a:buSzPts val="1200"/>
              <a:buFont typeface="Lato"/>
              <a:buNone/>
              <a:defRPr>
                <a:solidFill>
                  <a:schemeClr val="accent6"/>
                </a:solidFill>
              </a:defRPr>
            </a:lvl2pPr>
            <a:lvl3pPr lvl="2">
              <a:lnSpc>
                <a:spcPct val="100000"/>
              </a:lnSpc>
              <a:spcBef>
                <a:spcPts val="1000"/>
              </a:spcBef>
              <a:spcAft>
                <a:spcPts val="0"/>
              </a:spcAft>
              <a:buClr>
                <a:schemeClr val="accent6"/>
              </a:buClr>
              <a:buSzPts val="1200"/>
              <a:buFont typeface="Lato"/>
              <a:buNone/>
              <a:defRPr>
                <a:solidFill>
                  <a:schemeClr val="accent6"/>
                </a:solidFill>
              </a:defRPr>
            </a:lvl3pPr>
            <a:lvl4pPr lvl="3">
              <a:lnSpc>
                <a:spcPct val="100000"/>
              </a:lnSpc>
              <a:spcBef>
                <a:spcPts val="1000"/>
              </a:spcBef>
              <a:spcAft>
                <a:spcPts val="0"/>
              </a:spcAft>
              <a:buClr>
                <a:schemeClr val="accent6"/>
              </a:buClr>
              <a:buSzPts val="1200"/>
              <a:buFont typeface="Lato"/>
              <a:buNone/>
              <a:defRPr>
                <a:solidFill>
                  <a:schemeClr val="accent6"/>
                </a:solidFill>
              </a:defRPr>
            </a:lvl4pPr>
            <a:lvl5pPr lvl="4">
              <a:lnSpc>
                <a:spcPct val="100000"/>
              </a:lnSpc>
              <a:spcBef>
                <a:spcPts val="1000"/>
              </a:spcBef>
              <a:spcAft>
                <a:spcPts val="0"/>
              </a:spcAft>
              <a:buClr>
                <a:schemeClr val="accent6"/>
              </a:buClr>
              <a:buSzPts val="1200"/>
              <a:buFont typeface="Lato"/>
              <a:buNone/>
              <a:defRPr>
                <a:solidFill>
                  <a:schemeClr val="accent6"/>
                </a:solidFill>
              </a:defRPr>
            </a:lvl5pPr>
            <a:lvl6pPr lvl="5">
              <a:lnSpc>
                <a:spcPct val="100000"/>
              </a:lnSpc>
              <a:spcBef>
                <a:spcPts val="1000"/>
              </a:spcBef>
              <a:spcAft>
                <a:spcPts val="0"/>
              </a:spcAft>
              <a:buClr>
                <a:schemeClr val="accent6"/>
              </a:buClr>
              <a:buSzPts val="1200"/>
              <a:buFont typeface="Lato"/>
              <a:buNone/>
              <a:defRPr>
                <a:solidFill>
                  <a:schemeClr val="accent6"/>
                </a:solidFill>
              </a:defRPr>
            </a:lvl6pPr>
            <a:lvl7pPr lvl="6">
              <a:lnSpc>
                <a:spcPct val="100000"/>
              </a:lnSpc>
              <a:spcBef>
                <a:spcPts val="1000"/>
              </a:spcBef>
              <a:spcAft>
                <a:spcPts val="0"/>
              </a:spcAft>
              <a:buClr>
                <a:schemeClr val="accent6"/>
              </a:buClr>
              <a:buSzPts val="1200"/>
              <a:buFont typeface="Lato"/>
              <a:buNone/>
              <a:defRPr>
                <a:solidFill>
                  <a:schemeClr val="accent6"/>
                </a:solidFill>
              </a:defRPr>
            </a:lvl7pPr>
            <a:lvl8pPr lvl="7">
              <a:lnSpc>
                <a:spcPct val="100000"/>
              </a:lnSpc>
              <a:spcBef>
                <a:spcPts val="1000"/>
              </a:spcBef>
              <a:spcAft>
                <a:spcPts val="0"/>
              </a:spcAft>
              <a:buClr>
                <a:schemeClr val="accent6"/>
              </a:buClr>
              <a:buSzPts val="1200"/>
              <a:buFont typeface="Lato"/>
              <a:buNone/>
              <a:defRPr>
                <a:solidFill>
                  <a:schemeClr val="accent6"/>
                </a:solidFill>
              </a:defRPr>
            </a:lvl8pPr>
            <a:lvl9pPr lvl="8">
              <a:lnSpc>
                <a:spcPct val="100000"/>
              </a:lnSpc>
              <a:spcBef>
                <a:spcPts val="1000"/>
              </a:spcBef>
              <a:spcAft>
                <a:spcPts val="1000"/>
              </a:spcAft>
              <a:buClr>
                <a:schemeClr val="accent6"/>
              </a:buClr>
              <a:buSzPts val="1200"/>
              <a:buFont typeface="Lato"/>
              <a:buNone/>
              <a:defRPr>
                <a:solidFill>
                  <a:schemeClr val="accent6"/>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1">
  <p:cSld name="BLANK_1_1_1_1_1_1_1_1_1_1_1_1_1_1_1">
    <p:bg>
      <p:bgPr>
        <a:solidFill>
          <a:schemeClr val="lt1"/>
        </a:solidFill>
      </p:bgPr>
    </p:bg>
    <p:spTree>
      <p:nvGrpSpPr>
        <p:cNvPr id="1014" name="Shape 1014"/>
        <p:cNvGrpSpPr/>
        <p:nvPr/>
      </p:nvGrpSpPr>
      <p:grpSpPr>
        <a:xfrm>
          <a:off x="0" y="0"/>
          <a:ext cx="0" cy="0"/>
          <a:chOff x="0" y="0"/>
          <a:chExt cx="0" cy="0"/>
        </a:xfrm>
      </p:grpSpPr>
      <p:sp>
        <p:nvSpPr>
          <p:cNvPr id="1015" name="Google Shape;1015;p65"/>
          <p:cNvSpPr txBox="1"/>
          <p:nvPr>
            <p:ph idx="1" type="subTitle"/>
          </p:nvPr>
        </p:nvSpPr>
        <p:spPr>
          <a:xfrm>
            <a:off x="455153" y="1847050"/>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016" name="Google Shape;1016;p65"/>
          <p:cNvSpPr txBox="1"/>
          <p:nvPr>
            <p:ph idx="2" type="subTitle"/>
          </p:nvPr>
        </p:nvSpPr>
        <p:spPr>
          <a:xfrm>
            <a:off x="455153" y="2961963"/>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017" name="Google Shape;1017;p65"/>
          <p:cNvSpPr txBox="1"/>
          <p:nvPr>
            <p:ph idx="3" type="subTitle"/>
          </p:nvPr>
        </p:nvSpPr>
        <p:spPr>
          <a:xfrm>
            <a:off x="455146" y="3929375"/>
            <a:ext cx="1278600" cy="410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018" name="Google Shape;1018;p65"/>
          <p:cNvSpPr txBox="1"/>
          <p:nvPr>
            <p:ph idx="4" type="subTitle"/>
          </p:nvPr>
        </p:nvSpPr>
        <p:spPr>
          <a:xfrm>
            <a:off x="178107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019" name="Google Shape;1019;p65"/>
          <p:cNvSpPr txBox="1"/>
          <p:nvPr>
            <p:ph idx="5" type="subTitle"/>
          </p:nvPr>
        </p:nvSpPr>
        <p:spPr>
          <a:xfrm>
            <a:off x="3596300"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020" name="Google Shape;1020;p65"/>
          <p:cNvSpPr txBox="1"/>
          <p:nvPr>
            <p:ph idx="6" type="subTitle"/>
          </p:nvPr>
        </p:nvSpPr>
        <p:spPr>
          <a:xfrm>
            <a:off x="5411525" y="1241375"/>
            <a:ext cx="1498800" cy="276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021" name="Google Shape;1021;p65"/>
          <p:cNvSpPr txBox="1"/>
          <p:nvPr>
            <p:ph idx="7" type="subTitle"/>
          </p:nvPr>
        </p:nvSpPr>
        <p:spPr>
          <a:xfrm>
            <a:off x="7226750" y="1241375"/>
            <a:ext cx="1498800" cy="264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000"/>
              <a:buFont typeface="Quantico"/>
              <a:buNone/>
              <a:defRPr>
                <a:solidFill>
                  <a:schemeClr val="accent6"/>
                </a:solidFill>
                <a:latin typeface="Quantico"/>
                <a:ea typeface="Quantico"/>
                <a:cs typeface="Quantico"/>
                <a:sym typeface="Quantico"/>
              </a:defRPr>
            </a:lvl1pPr>
            <a:lvl2pPr lvl="1">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2pPr>
            <a:lvl3pPr lvl="2">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3pPr>
            <a:lvl4pPr lvl="3">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4pPr>
            <a:lvl5pPr lvl="4">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5pPr>
            <a:lvl6pPr lvl="5">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6pPr>
            <a:lvl7pPr lvl="6">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7pPr>
            <a:lvl8pPr lvl="7">
              <a:lnSpc>
                <a:spcPct val="100000"/>
              </a:lnSpc>
              <a:spcBef>
                <a:spcPts val="1000"/>
              </a:spcBef>
              <a:spcAft>
                <a:spcPts val="0"/>
              </a:spcAft>
              <a:buClr>
                <a:schemeClr val="accent6"/>
              </a:buClr>
              <a:buSzPts val="1000"/>
              <a:buFont typeface="Quantico"/>
              <a:buNone/>
              <a:defRPr>
                <a:solidFill>
                  <a:schemeClr val="accent6"/>
                </a:solidFill>
                <a:latin typeface="Quantico"/>
                <a:ea typeface="Quantico"/>
                <a:cs typeface="Quantico"/>
                <a:sym typeface="Quantico"/>
              </a:defRPr>
            </a:lvl8pPr>
            <a:lvl9pPr lvl="8">
              <a:lnSpc>
                <a:spcPct val="100000"/>
              </a:lnSpc>
              <a:spcBef>
                <a:spcPts val="1000"/>
              </a:spcBef>
              <a:spcAft>
                <a:spcPts val="1000"/>
              </a:spcAft>
              <a:buClr>
                <a:schemeClr val="accent6"/>
              </a:buClr>
              <a:buSzPts val="1000"/>
              <a:buFont typeface="Quantico"/>
              <a:buNone/>
              <a:defRPr>
                <a:solidFill>
                  <a:schemeClr val="accent6"/>
                </a:solidFill>
                <a:latin typeface="Quantico"/>
                <a:ea typeface="Quantico"/>
                <a:cs typeface="Quantico"/>
                <a:sym typeface="Quantico"/>
              </a:defRPr>
            </a:lvl9pPr>
          </a:lstStyle>
          <a:p/>
        </p:txBody>
      </p:sp>
      <p:sp>
        <p:nvSpPr>
          <p:cNvPr id="1022" name="Google Shape;1022;p65"/>
          <p:cNvSpPr txBox="1"/>
          <p:nvPr>
            <p:ph idx="8" type="subTitle"/>
          </p:nvPr>
        </p:nvSpPr>
        <p:spPr>
          <a:xfrm>
            <a:off x="19796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23" name="Google Shape;1023;p65"/>
          <p:cNvSpPr txBox="1"/>
          <p:nvPr>
            <p:ph idx="9" type="subTitle"/>
          </p:nvPr>
        </p:nvSpPr>
        <p:spPr>
          <a:xfrm>
            <a:off x="19796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24" name="Google Shape;1024;p65"/>
          <p:cNvSpPr txBox="1"/>
          <p:nvPr>
            <p:ph idx="13" type="subTitle"/>
          </p:nvPr>
        </p:nvSpPr>
        <p:spPr>
          <a:xfrm>
            <a:off x="19796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25" name="Google Shape;1025;p65"/>
          <p:cNvSpPr txBox="1"/>
          <p:nvPr>
            <p:ph idx="14" type="subTitle"/>
          </p:nvPr>
        </p:nvSpPr>
        <p:spPr>
          <a:xfrm>
            <a:off x="38059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26" name="Google Shape;1026;p65"/>
          <p:cNvSpPr txBox="1"/>
          <p:nvPr>
            <p:ph idx="15" type="subTitle"/>
          </p:nvPr>
        </p:nvSpPr>
        <p:spPr>
          <a:xfrm>
            <a:off x="38059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27" name="Google Shape;1027;p65"/>
          <p:cNvSpPr txBox="1"/>
          <p:nvPr>
            <p:ph idx="16" type="subTitle"/>
          </p:nvPr>
        </p:nvSpPr>
        <p:spPr>
          <a:xfrm>
            <a:off x="38059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28" name="Google Shape;1028;p65"/>
          <p:cNvSpPr txBox="1"/>
          <p:nvPr>
            <p:ph idx="17" type="subTitle"/>
          </p:nvPr>
        </p:nvSpPr>
        <p:spPr>
          <a:xfrm>
            <a:off x="56322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29" name="Google Shape;1029;p65"/>
          <p:cNvSpPr txBox="1"/>
          <p:nvPr>
            <p:ph idx="18" type="subTitle"/>
          </p:nvPr>
        </p:nvSpPr>
        <p:spPr>
          <a:xfrm>
            <a:off x="56322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30" name="Google Shape;1030;p65"/>
          <p:cNvSpPr txBox="1"/>
          <p:nvPr>
            <p:ph idx="19" type="subTitle"/>
          </p:nvPr>
        </p:nvSpPr>
        <p:spPr>
          <a:xfrm>
            <a:off x="56322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31" name="Google Shape;1031;p65"/>
          <p:cNvSpPr txBox="1"/>
          <p:nvPr>
            <p:ph idx="20" type="subTitle"/>
          </p:nvPr>
        </p:nvSpPr>
        <p:spPr>
          <a:xfrm>
            <a:off x="7458575" y="17903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32" name="Google Shape;1032;p65"/>
          <p:cNvSpPr txBox="1"/>
          <p:nvPr>
            <p:ph idx="21" type="subTitle"/>
          </p:nvPr>
        </p:nvSpPr>
        <p:spPr>
          <a:xfrm>
            <a:off x="7458575" y="2883669"/>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33" name="Google Shape;1033;p65"/>
          <p:cNvSpPr txBox="1"/>
          <p:nvPr>
            <p:ph idx="22" type="subTitle"/>
          </p:nvPr>
        </p:nvSpPr>
        <p:spPr>
          <a:xfrm>
            <a:off x="7458575" y="4040075"/>
            <a:ext cx="1381200" cy="4884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a:solidFill>
                  <a:schemeClr val="dk1"/>
                </a:solidFill>
              </a:defRPr>
            </a:lvl1pPr>
            <a:lvl2pPr lvl="1">
              <a:lnSpc>
                <a:spcPct val="100000"/>
              </a:lnSpc>
              <a:spcBef>
                <a:spcPts val="1000"/>
              </a:spcBef>
              <a:spcAft>
                <a:spcPts val="0"/>
              </a:spcAft>
              <a:buClr>
                <a:schemeClr val="dk1"/>
              </a:buClr>
              <a:buSzPts val="1000"/>
              <a:buFont typeface="Lato"/>
              <a:buNone/>
              <a:defRPr>
                <a:solidFill>
                  <a:schemeClr val="dk1"/>
                </a:solidFill>
              </a:defRPr>
            </a:lvl2pPr>
            <a:lvl3pPr lvl="2">
              <a:lnSpc>
                <a:spcPct val="100000"/>
              </a:lnSpc>
              <a:spcBef>
                <a:spcPts val="1000"/>
              </a:spcBef>
              <a:spcAft>
                <a:spcPts val="0"/>
              </a:spcAft>
              <a:buClr>
                <a:schemeClr val="dk1"/>
              </a:buClr>
              <a:buSzPts val="1000"/>
              <a:buFont typeface="Lato"/>
              <a:buNone/>
              <a:defRPr>
                <a:solidFill>
                  <a:schemeClr val="dk1"/>
                </a:solidFill>
              </a:defRPr>
            </a:lvl3pPr>
            <a:lvl4pPr lvl="3">
              <a:lnSpc>
                <a:spcPct val="100000"/>
              </a:lnSpc>
              <a:spcBef>
                <a:spcPts val="1000"/>
              </a:spcBef>
              <a:spcAft>
                <a:spcPts val="0"/>
              </a:spcAft>
              <a:buClr>
                <a:schemeClr val="dk1"/>
              </a:buClr>
              <a:buSzPts val="1000"/>
              <a:buFont typeface="Lato"/>
              <a:buNone/>
              <a:defRPr>
                <a:solidFill>
                  <a:schemeClr val="dk1"/>
                </a:solidFill>
              </a:defRPr>
            </a:lvl4pPr>
            <a:lvl5pPr lvl="4">
              <a:lnSpc>
                <a:spcPct val="100000"/>
              </a:lnSpc>
              <a:spcBef>
                <a:spcPts val="1000"/>
              </a:spcBef>
              <a:spcAft>
                <a:spcPts val="0"/>
              </a:spcAft>
              <a:buClr>
                <a:schemeClr val="dk1"/>
              </a:buClr>
              <a:buSzPts val="1000"/>
              <a:buFont typeface="Lato"/>
              <a:buNone/>
              <a:defRPr>
                <a:solidFill>
                  <a:schemeClr val="dk1"/>
                </a:solidFill>
              </a:defRPr>
            </a:lvl5pPr>
            <a:lvl6pPr lvl="5">
              <a:lnSpc>
                <a:spcPct val="100000"/>
              </a:lnSpc>
              <a:spcBef>
                <a:spcPts val="1000"/>
              </a:spcBef>
              <a:spcAft>
                <a:spcPts val="0"/>
              </a:spcAft>
              <a:buClr>
                <a:schemeClr val="dk1"/>
              </a:buClr>
              <a:buSzPts val="1000"/>
              <a:buFont typeface="Lato"/>
              <a:buNone/>
              <a:defRPr>
                <a:solidFill>
                  <a:schemeClr val="dk1"/>
                </a:solidFill>
              </a:defRPr>
            </a:lvl6pPr>
            <a:lvl7pPr lvl="6">
              <a:lnSpc>
                <a:spcPct val="100000"/>
              </a:lnSpc>
              <a:spcBef>
                <a:spcPts val="1000"/>
              </a:spcBef>
              <a:spcAft>
                <a:spcPts val="0"/>
              </a:spcAft>
              <a:buClr>
                <a:schemeClr val="dk1"/>
              </a:buClr>
              <a:buSzPts val="1000"/>
              <a:buFont typeface="Lato"/>
              <a:buNone/>
              <a:defRPr>
                <a:solidFill>
                  <a:schemeClr val="dk1"/>
                </a:solidFill>
              </a:defRPr>
            </a:lvl7pPr>
            <a:lvl8pPr lvl="7">
              <a:lnSpc>
                <a:spcPct val="100000"/>
              </a:lnSpc>
              <a:spcBef>
                <a:spcPts val="1000"/>
              </a:spcBef>
              <a:spcAft>
                <a:spcPts val="0"/>
              </a:spcAft>
              <a:buClr>
                <a:schemeClr val="dk1"/>
              </a:buClr>
              <a:buSzPts val="1000"/>
              <a:buFont typeface="Lato"/>
              <a:buNone/>
              <a:defRPr>
                <a:solidFill>
                  <a:schemeClr val="dk1"/>
                </a:solidFill>
              </a:defRPr>
            </a:lvl8pPr>
            <a:lvl9pPr lvl="8">
              <a:lnSpc>
                <a:spcPct val="100000"/>
              </a:lnSpc>
              <a:spcBef>
                <a:spcPts val="1000"/>
              </a:spcBef>
              <a:spcAft>
                <a:spcPts val="1000"/>
              </a:spcAft>
              <a:buClr>
                <a:schemeClr val="dk1"/>
              </a:buClr>
              <a:buSzPts val="1000"/>
              <a:buFont typeface="Lato"/>
              <a:buNone/>
              <a:defRPr>
                <a:solidFill>
                  <a:schemeClr val="dk1"/>
                </a:solidFill>
              </a:defRPr>
            </a:lvl9pPr>
          </a:lstStyle>
          <a:p/>
        </p:txBody>
      </p:sp>
      <p:sp>
        <p:nvSpPr>
          <p:cNvPr id="1034" name="Google Shape;1034;p65"/>
          <p:cNvSpPr txBox="1"/>
          <p:nvPr>
            <p:ph type="title"/>
          </p:nvPr>
        </p:nvSpPr>
        <p:spPr>
          <a:xfrm>
            <a:off x="452621" y="455239"/>
            <a:ext cx="6964800" cy="651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9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2">
  <p:cSld name="CUSTOM_14">
    <p:bg>
      <p:bgPr>
        <a:solidFill>
          <a:schemeClr val="lt1"/>
        </a:solidFill>
      </p:bgPr>
    </p:bg>
    <p:spTree>
      <p:nvGrpSpPr>
        <p:cNvPr id="1035" name="Shape 1035"/>
        <p:cNvGrpSpPr/>
        <p:nvPr/>
      </p:nvGrpSpPr>
      <p:grpSpPr>
        <a:xfrm>
          <a:off x="0" y="0"/>
          <a:ext cx="0" cy="0"/>
          <a:chOff x="0" y="0"/>
          <a:chExt cx="0" cy="0"/>
        </a:xfrm>
      </p:grpSpPr>
      <p:sp>
        <p:nvSpPr>
          <p:cNvPr id="1036" name="Google Shape;1036;p66"/>
          <p:cNvSpPr txBox="1"/>
          <p:nvPr>
            <p:ph type="title"/>
          </p:nvPr>
        </p:nvSpPr>
        <p:spPr>
          <a:xfrm>
            <a:off x="966625" y="1926200"/>
            <a:ext cx="1589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037" name="Google Shape;1037;p66"/>
          <p:cNvSpPr txBox="1"/>
          <p:nvPr>
            <p:ph idx="2" type="title"/>
          </p:nvPr>
        </p:nvSpPr>
        <p:spPr>
          <a:xfrm>
            <a:off x="2768150" y="1926200"/>
            <a:ext cx="15189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038" name="Google Shape;1038;p66"/>
          <p:cNvSpPr txBox="1"/>
          <p:nvPr>
            <p:ph idx="3" type="title"/>
          </p:nvPr>
        </p:nvSpPr>
        <p:spPr>
          <a:xfrm>
            <a:off x="4609425" y="1926200"/>
            <a:ext cx="16200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039" name="Google Shape;1039;p66"/>
          <p:cNvSpPr txBox="1"/>
          <p:nvPr>
            <p:ph idx="4" type="title"/>
          </p:nvPr>
        </p:nvSpPr>
        <p:spPr>
          <a:xfrm>
            <a:off x="2876400"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1040" name="Google Shape;1040;p66"/>
          <p:cNvSpPr txBox="1"/>
          <p:nvPr>
            <p:ph idx="5" type="title"/>
          </p:nvPr>
        </p:nvSpPr>
        <p:spPr>
          <a:xfrm>
            <a:off x="6564575" y="4053150"/>
            <a:ext cx="13767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600"/>
              <a:buNone/>
              <a:defRPr sz="800">
                <a:solidFill>
                  <a:schemeClr val="accent6"/>
                </a:solidFill>
                <a:latin typeface="Lato"/>
                <a:ea typeface="Lato"/>
                <a:cs typeface="Lato"/>
                <a:sym typeface="Lato"/>
              </a:defRPr>
            </a:lvl9pPr>
          </a:lstStyle>
          <a:p/>
        </p:txBody>
      </p:sp>
      <p:sp>
        <p:nvSpPr>
          <p:cNvPr id="1041" name="Google Shape;1041;p66"/>
          <p:cNvSpPr txBox="1"/>
          <p:nvPr>
            <p:ph idx="6" type="title"/>
          </p:nvPr>
        </p:nvSpPr>
        <p:spPr>
          <a:xfrm>
            <a:off x="966625"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042" name="Google Shape;1042;p66"/>
          <p:cNvSpPr txBox="1"/>
          <p:nvPr>
            <p:ph idx="7" type="title"/>
          </p:nvPr>
        </p:nvSpPr>
        <p:spPr>
          <a:xfrm>
            <a:off x="2768161" y="2228000"/>
            <a:ext cx="12945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043" name="Google Shape;1043;p66"/>
          <p:cNvSpPr txBox="1"/>
          <p:nvPr>
            <p:ph idx="8" type="title"/>
          </p:nvPr>
        </p:nvSpPr>
        <p:spPr>
          <a:xfrm>
            <a:off x="4609425" y="2228000"/>
            <a:ext cx="13767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044" name="Google Shape;1044;p66"/>
          <p:cNvSpPr txBox="1"/>
          <p:nvPr>
            <p:ph idx="9" type="title"/>
          </p:nvPr>
        </p:nvSpPr>
        <p:spPr>
          <a:xfrm>
            <a:off x="6437300" y="1926200"/>
            <a:ext cx="1376700" cy="301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4"/>
              </a:buClr>
              <a:buSzPts val="1200"/>
              <a:buNone/>
              <a:defRPr sz="1200">
                <a:solidFill>
                  <a:schemeClr val="accent4"/>
                </a:solidFill>
              </a:defRPr>
            </a:lvl1pPr>
            <a:lvl2pPr lvl="1">
              <a:spcBef>
                <a:spcPts val="0"/>
              </a:spcBef>
              <a:spcAft>
                <a:spcPts val="0"/>
              </a:spcAft>
              <a:buClr>
                <a:schemeClr val="accent4"/>
              </a:buClr>
              <a:buSzPts val="1200"/>
              <a:buNone/>
              <a:defRPr sz="1200">
                <a:solidFill>
                  <a:schemeClr val="accent4"/>
                </a:solidFill>
                <a:latin typeface="Quantico"/>
                <a:ea typeface="Quantico"/>
                <a:cs typeface="Quantico"/>
                <a:sym typeface="Quantico"/>
              </a:defRPr>
            </a:lvl2pPr>
            <a:lvl3pPr lvl="2">
              <a:spcBef>
                <a:spcPts val="0"/>
              </a:spcBef>
              <a:spcAft>
                <a:spcPts val="0"/>
              </a:spcAft>
              <a:buClr>
                <a:schemeClr val="accent4"/>
              </a:buClr>
              <a:buSzPts val="1200"/>
              <a:buNone/>
              <a:defRPr sz="1200">
                <a:solidFill>
                  <a:schemeClr val="accent4"/>
                </a:solidFill>
                <a:latin typeface="Quantico"/>
                <a:ea typeface="Quantico"/>
                <a:cs typeface="Quantico"/>
                <a:sym typeface="Quantico"/>
              </a:defRPr>
            </a:lvl3pPr>
            <a:lvl4pPr lvl="3">
              <a:spcBef>
                <a:spcPts val="0"/>
              </a:spcBef>
              <a:spcAft>
                <a:spcPts val="0"/>
              </a:spcAft>
              <a:buClr>
                <a:schemeClr val="accent4"/>
              </a:buClr>
              <a:buSzPts val="1200"/>
              <a:buNone/>
              <a:defRPr sz="1200">
                <a:solidFill>
                  <a:schemeClr val="accent4"/>
                </a:solidFill>
                <a:latin typeface="Quantico"/>
                <a:ea typeface="Quantico"/>
                <a:cs typeface="Quantico"/>
                <a:sym typeface="Quantico"/>
              </a:defRPr>
            </a:lvl4pPr>
            <a:lvl5pPr lvl="4">
              <a:spcBef>
                <a:spcPts val="0"/>
              </a:spcBef>
              <a:spcAft>
                <a:spcPts val="0"/>
              </a:spcAft>
              <a:buClr>
                <a:schemeClr val="accent4"/>
              </a:buClr>
              <a:buSzPts val="1200"/>
              <a:buNone/>
              <a:defRPr sz="1200">
                <a:solidFill>
                  <a:schemeClr val="accent4"/>
                </a:solidFill>
                <a:latin typeface="Quantico"/>
                <a:ea typeface="Quantico"/>
                <a:cs typeface="Quantico"/>
                <a:sym typeface="Quantico"/>
              </a:defRPr>
            </a:lvl5pPr>
            <a:lvl6pPr lvl="5">
              <a:spcBef>
                <a:spcPts val="0"/>
              </a:spcBef>
              <a:spcAft>
                <a:spcPts val="0"/>
              </a:spcAft>
              <a:buClr>
                <a:schemeClr val="accent4"/>
              </a:buClr>
              <a:buSzPts val="1200"/>
              <a:buNone/>
              <a:defRPr sz="1200">
                <a:solidFill>
                  <a:schemeClr val="accent4"/>
                </a:solidFill>
                <a:latin typeface="Quantico"/>
                <a:ea typeface="Quantico"/>
                <a:cs typeface="Quantico"/>
                <a:sym typeface="Quantico"/>
              </a:defRPr>
            </a:lvl6pPr>
            <a:lvl7pPr lvl="6">
              <a:spcBef>
                <a:spcPts val="0"/>
              </a:spcBef>
              <a:spcAft>
                <a:spcPts val="0"/>
              </a:spcAft>
              <a:buClr>
                <a:schemeClr val="accent4"/>
              </a:buClr>
              <a:buSzPts val="1200"/>
              <a:buNone/>
              <a:defRPr sz="1200">
                <a:solidFill>
                  <a:schemeClr val="accent4"/>
                </a:solidFill>
                <a:latin typeface="Quantico"/>
                <a:ea typeface="Quantico"/>
                <a:cs typeface="Quantico"/>
                <a:sym typeface="Quantico"/>
              </a:defRPr>
            </a:lvl7pPr>
            <a:lvl8pPr lvl="7">
              <a:spcBef>
                <a:spcPts val="0"/>
              </a:spcBef>
              <a:spcAft>
                <a:spcPts val="0"/>
              </a:spcAft>
              <a:buClr>
                <a:schemeClr val="accent4"/>
              </a:buClr>
              <a:buSzPts val="1200"/>
              <a:buNone/>
              <a:defRPr sz="1200">
                <a:solidFill>
                  <a:schemeClr val="accent4"/>
                </a:solidFill>
                <a:latin typeface="Quantico"/>
                <a:ea typeface="Quantico"/>
                <a:cs typeface="Quantico"/>
                <a:sym typeface="Quantico"/>
              </a:defRPr>
            </a:lvl8pPr>
            <a:lvl9pPr lvl="8">
              <a:spcBef>
                <a:spcPts val="0"/>
              </a:spcBef>
              <a:spcAft>
                <a:spcPts val="0"/>
              </a:spcAft>
              <a:buClr>
                <a:schemeClr val="accent4"/>
              </a:buClr>
              <a:buSzPts val="1200"/>
              <a:buNone/>
              <a:defRPr sz="1200">
                <a:solidFill>
                  <a:schemeClr val="accent4"/>
                </a:solidFill>
                <a:latin typeface="Quantico"/>
                <a:ea typeface="Quantico"/>
                <a:cs typeface="Quantico"/>
                <a:sym typeface="Quantico"/>
              </a:defRPr>
            </a:lvl9pPr>
          </a:lstStyle>
          <a:p/>
        </p:txBody>
      </p:sp>
      <p:sp>
        <p:nvSpPr>
          <p:cNvPr id="1045" name="Google Shape;1045;p66"/>
          <p:cNvSpPr txBox="1"/>
          <p:nvPr>
            <p:ph idx="13" type="title"/>
          </p:nvPr>
        </p:nvSpPr>
        <p:spPr>
          <a:xfrm>
            <a:off x="6437293" y="2228000"/>
            <a:ext cx="1244400" cy="10911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accent6"/>
              </a:buClr>
              <a:buSzPts val="1000"/>
              <a:buNone/>
              <a:defRPr sz="1000">
                <a:solidFill>
                  <a:schemeClr val="accent6"/>
                </a:solidFill>
                <a:latin typeface="Lato"/>
                <a:ea typeface="Lato"/>
                <a:cs typeface="Lato"/>
                <a:sym typeface="Lato"/>
              </a:defRPr>
            </a:lvl1pPr>
            <a:lvl2pPr lvl="1">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2800"/>
              <a:buNone/>
              <a:defRPr sz="1000">
                <a:solidFill>
                  <a:schemeClr val="accent6"/>
                </a:solidFill>
                <a:latin typeface="Lato"/>
                <a:ea typeface="Lato"/>
                <a:cs typeface="Lato"/>
                <a:sym typeface="Lato"/>
              </a:defRPr>
            </a:lvl9pPr>
          </a:lstStyle>
          <a:p/>
        </p:txBody>
      </p:sp>
      <p:sp>
        <p:nvSpPr>
          <p:cNvPr id="1046" name="Google Shape;1046;p66"/>
          <p:cNvSpPr txBox="1"/>
          <p:nvPr>
            <p:ph idx="14" type="title"/>
          </p:nvPr>
        </p:nvSpPr>
        <p:spPr>
          <a:xfrm>
            <a:off x="474675" y="467679"/>
            <a:ext cx="3593100" cy="10083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1500"/>
              <a:buNone/>
              <a:defRPr sz="1500">
                <a:solidFill>
                  <a:schemeClr val="accent6"/>
                </a:solidFill>
              </a:defRPr>
            </a:lvl1pPr>
            <a:lvl2pPr lvl="1">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2pPr>
            <a:lvl3pPr lvl="2">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3pPr>
            <a:lvl4pPr lvl="3">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4pPr>
            <a:lvl5pPr lvl="4">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5pPr>
            <a:lvl6pPr lvl="5">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6pPr>
            <a:lvl7pPr lvl="6">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7pPr>
            <a:lvl8pPr lvl="7">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8pPr>
            <a:lvl9pPr lvl="8">
              <a:lnSpc>
                <a:spcPct val="100000"/>
              </a:lnSpc>
              <a:spcBef>
                <a:spcPts val="0"/>
              </a:spcBef>
              <a:spcAft>
                <a:spcPts val="0"/>
              </a:spcAft>
              <a:buClr>
                <a:schemeClr val="accent6"/>
              </a:buClr>
              <a:buSzPts val="1500"/>
              <a:buNone/>
              <a:defRPr sz="1500">
                <a:solidFill>
                  <a:schemeClr val="accent6"/>
                </a:solidFill>
                <a:latin typeface="Lato"/>
                <a:ea typeface="Lato"/>
                <a:cs typeface="Lato"/>
                <a:sym typeface="Lato"/>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3">
  <p:cSld name="BLANK_1_1_1_1_1_1_1_1_1_1_1_1_1_1_2">
    <p:bg>
      <p:bgPr>
        <a:solidFill>
          <a:schemeClr val="lt1"/>
        </a:solidFill>
      </p:bgPr>
    </p:bg>
    <p:spTree>
      <p:nvGrpSpPr>
        <p:cNvPr id="1047" name="Shape 1047"/>
        <p:cNvGrpSpPr/>
        <p:nvPr/>
      </p:nvGrpSpPr>
      <p:grpSpPr>
        <a:xfrm>
          <a:off x="0" y="0"/>
          <a:ext cx="0" cy="0"/>
          <a:chOff x="0" y="0"/>
          <a:chExt cx="0" cy="0"/>
        </a:xfrm>
      </p:grpSpPr>
      <p:sp>
        <p:nvSpPr>
          <p:cNvPr id="1048" name="Google Shape;1048;p67"/>
          <p:cNvSpPr/>
          <p:nvPr/>
        </p:nvSpPr>
        <p:spPr>
          <a:xfrm>
            <a:off x="2070256"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49" name="Google Shape;1049;p67"/>
          <p:cNvSpPr/>
          <p:nvPr/>
        </p:nvSpPr>
        <p:spPr>
          <a:xfrm>
            <a:off x="847072"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50" name="Google Shape;1050;p67"/>
          <p:cNvSpPr/>
          <p:nvPr/>
        </p:nvSpPr>
        <p:spPr>
          <a:xfrm>
            <a:off x="203824" y="436468"/>
            <a:ext cx="4729500" cy="4415700"/>
          </a:xfrm>
          <a:prstGeom prst="snip1Rect">
            <a:avLst>
              <a:gd fmla="val 12424"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51" name="Google Shape;1051;p67"/>
          <p:cNvSpPr/>
          <p:nvPr/>
        </p:nvSpPr>
        <p:spPr>
          <a:xfrm>
            <a:off x="0" y="432050"/>
            <a:ext cx="46656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52" name="Google Shape;1052;p67"/>
          <p:cNvSpPr txBox="1"/>
          <p:nvPr>
            <p:ph type="title"/>
          </p:nvPr>
        </p:nvSpPr>
        <p:spPr>
          <a:xfrm>
            <a:off x="443725" y="920775"/>
            <a:ext cx="3730500" cy="10959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2400"/>
              <a:buNone/>
              <a:defRPr sz="2400">
                <a:solidFill>
                  <a:schemeClr val="accent6"/>
                </a:solidFill>
              </a:defRPr>
            </a:lvl1pPr>
            <a:lvl2pPr lvl="1">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2400"/>
              <a:buNone/>
              <a:defRPr sz="2400">
                <a:solidFill>
                  <a:schemeClr val="accent6"/>
                </a:solidFill>
                <a:latin typeface="Quantico"/>
                <a:ea typeface="Quantico"/>
                <a:cs typeface="Quantico"/>
                <a:sym typeface="Quantico"/>
              </a:defRPr>
            </a:lvl9pPr>
          </a:lstStyle>
          <a:p/>
        </p:txBody>
      </p:sp>
      <p:sp>
        <p:nvSpPr>
          <p:cNvPr id="1053" name="Google Shape;1053;p67"/>
          <p:cNvSpPr/>
          <p:nvPr/>
        </p:nvSpPr>
        <p:spPr>
          <a:xfrm>
            <a:off x="24725" y="2393073"/>
            <a:ext cx="9144000" cy="2750400"/>
          </a:xfrm>
          <a:prstGeom prst="snip1Rect">
            <a:avLst>
              <a:gd fmla="val 15953"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54" name="Google Shape;1054;p67"/>
          <p:cNvSpPr/>
          <p:nvPr/>
        </p:nvSpPr>
        <p:spPr>
          <a:xfrm>
            <a:off x="0" y="2393075"/>
            <a:ext cx="3186600" cy="27504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55" name="Google Shape;1055;p67"/>
          <p:cNvSpPr txBox="1"/>
          <p:nvPr>
            <p:ph idx="2" type="title"/>
          </p:nvPr>
        </p:nvSpPr>
        <p:spPr>
          <a:xfrm>
            <a:off x="507250" y="2657169"/>
            <a:ext cx="2344800" cy="446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900"/>
              <a:buFont typeface="Quantico"/>
              <a:buNone/>
              <a:defRPr b="1" sz="1200"/>
            </a:lvl1pPr>
            <a:lvl2pPr lvl="1">
              <a:lnSpc>
                <a:spcPct val="100000"/>
              </a:lnSpc>
              <a:spcBef>
                <a:spcPts val="0"/>
              </a:spcBef>
              <a:spcAft>
                <a:spcPts val="0"/>
              </a:spcAft>
              <a:buClr>
                <a:schemeClr val="dk1"/>
              </a:buClr>
              <a:buSzPts val="3000"/>
              <a:buNone/>
              <a:defRPr b="1" sz="1300">
                <a:latin typeface="Lato"/>
                <a:ea typeface="Lato"/>
                <a:cs typeface="Lato"/>
                <a:sym typeface="Lato"/>
              </a:defRPr>
            </a:lvl2pPr>
            <a:lvl3pPr lvl="2">
              <a:lnSpc>
                <a:spcPct val="100000"/>
              </a:lnSpc>
              <a:spcBef>
                <a:spcPts val="0"/>
              </a:spcBef>
              <a:spcAft>
                <a:spcPts val="0"/>
              </a:spcAft>
              <a:buClr>
                <a:schemeClr val="dk1"/>
              </a:buClr>
              <a:buSzPts val="3000"/>
              <a:buNone/>
              <a:defRPr b="1" sz="1300">
                <a:latin typeface="Lato"/>
                <a:ea typeface="Lato"/>
                <a:cs typeface="Lato"/>
                <a:sym typeface="Lato"/>
              </a:defRPr>
            </a:lvl3pPr>
            <a:lvl4pPr lvl="3">
              <a:lnSpc>
                <a:spcPct val="100000"/>
              </a:lnSpc>
              <a:spcBef>
                <a:spcPts val="0"/>
              </a:spcBef>
              <a:spcAft>
                <a:spcPts val="0"/>
              </a:spcAft>
              <a:buClr>
                <a:schemeClr val="dk1"/>
              </a:buClr>
              <a:buSzPts val="3000"/>
              <a:buNone/>
              <a:defRPr b="1" sz="1300">
                <a:latin typeface="Lato"/>
                <a:ea typeface="Lato"/>
                <a:cs typeface="Lato"/>
                <a:sym typeface="Lato"/>
              </a:defRPr>
            </a:lvl4pPr>
            <a:lvl5pPr lvl="4">
              <a:lnSpc>
                <a:spcPct val="100000"/>
              </a:lnSpc>
              <a:spcBef>
                <a:spcPts val="0"/>
              </a:spcBef>
              <a:spcAft>
                <a:spcPts val="0"/>
              </a:spcAft>
              <a:buClr>
                <a:schemeClr val="dk1"/>
              </a:buClr>
              <a:buSzPts val="3000"/>
              <a:buNone/>
              <a:defRPr b="1" sz="1300">
                <a:latin typeface="Lato"/>
                <a:ea typeface="Lato"/>
                <a:cs typeface="Lato"/>
                <a:sym typeface="Lato"/>
              </a:defRPr>
            </a:lvl5pPr>
            <a:lvl6pPr lvl="5">
              <a:lnSpc>
                <a:spcPct val="100000"/>
              </a:lnSpc>
              <a:spcBef>
                <a:spcPts val="0"/>
              </a:spcBef>
              <a:spcAft>
                <a:spcPts val="0"/>
              </a:spcAft>
              <a:buClr>
                <a:schemeClr val="dk1"/>
              </a:buClr>
              <a:buSzPts val="3000"/>
              <a:buNone/>
              <a:defRPr b="1" sz="1300">
                <a:latin typeface="Lato"/>
                <a:ea typeface="Lato"/>
                <a:cs typeface="Lato"/>
                <a:sym typeface="Lato"/>
              </a:defRPr>
            </a:lvl6pPr>
            <a:lvl7pPr lvl="6">
              <a:lnSpc>
                <a:spcPct val="100000"/>
              </a:lnSpc>
              <a:spcBef>
                <a:spcPts val="0"/>
              </a:spcBef>
              <a:spcAft>
                <a:spcPts val="0"/>
              </a:spcAft>
              <a:buClr>
                <a:schemeClr val="dk1"/>
              </a:buClr>
              <a:buSzPts val="3000"/>
              <a:buNone/>
              <a:defRPr b="1" sz="1300">
                <a:latin typeface="Lato"/>
                <a:ea typeface="Lato"/>
                <a:cs typeface="Lato"/>
                <a:sym typeface="Lato"/>
              </a:defRPr>
            </a:lvl7pPr>
            <a:lvl8pPr lvl="7">
              <a:lnSpc>
                <a:spcPct val="100000"/>
              </a:lnSpc>
              <a:spcBef>
                <a:spcPts val="0"/>
              </a:spcBef>
              <a:spcAft>
                <a:spcPts val="0"/>
              </a:spcAft>
              <a:buClr>
                <a:schemeClr val="dk1"/>
              </a:buClr>
              <a:buSzPts val="3000"/>
              <a:buNone/>
              <a:defRPr b="1" sz="1300">
                <a:latin typeface="Lato"/>
                <a:ea typeface="Lato"/>
                <a:cs typeface="Lato"/>
                <a:sym typeface="Lato"/>
              </a:defRPr>
            </a:lvl8pPr>
            <a:lvl9pPr lvl="8">
              <a:lnSpc>
                <a:spcPct val="100000"/>
              </a:lnSpc>
              <a:spcBef>
                <a:spcPts val="0"/>
              </a:spcBef>
              <a:spcAft>
                <a:spcPts val="0"/>
              </a:spcAft>
              <a:buClr>
                <a:schemeClr val="dk1"/>
              </a:buClr>
              <a:buSzPts val="3000"/>
              <a:buNone/>
              <a:defRPr b="1" sz="1300">
                <a:latin typeface="Lato"/>
                <a:ea typeface="Lato"/>
                <a:cs typeface="Lato"/>
                <a:sym typeface="Lato"/>
              </a:defRPr>
            </a:lvl9pPr>
          </a:lstStyle>
          <a:p/>
        </p:txBody>
      </p:sp>
      <p:sp>
        <p:nvSpPr>
          <p:cNvPr id="1056" name="Google Shape;1056;p67"/>
          <p:cNvSpPr txBox="1"/>
          <p:nvPr>
            <p:ph idx="3" type="title"/>
          </p:nvPr>
        </p:nvSpPr>
        <p:spPr>
          <a:xfrm>
            <a:off x="454725" y="1387875"/>
            <a:ext cx="3109200" cy="7080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1pPr>
            <a:lvl2pPr lvl="1">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2pPr>
            <a:lvl3pPr lvl="2">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3pPr>
            <a:lvl4pPr lvl="3">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4pPr>
            <a:lvl5pPr lvl="4">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5pPr>
            <a:lvl6pPr lvl="5">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6pPr>
            <a:lvl7pPr lvl="6">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7pPr>
            <a:lvl8pPr lvl="7">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8pPr>
            <a:lvl9pPr lvl="8">
              <a:lnSpc>
                <a:spcPct val="90000"/>
              </a:lnSpc>
              <a:spcBef>
                <a:spcPts val="0"/>
              </a:spcBef>
              <a:spcAft>
                <a:spcPts val="0"/>
              </a:spcAft>
              <a:buClr>
                <a:schemeClr val="accent6"/>
              </a:buClr>
              <a:buSzPts val="3400"/>
              <a:buFont typeface="Lato"/>
              <a:buNone/>
              <a:defRPr sz="1600">
                <a:solidFill>
                  <a:schemeClr val="accent6"/>
                </a:solidFill>
                <a:latin typeface="Lato"/>
                <a:ea typeface="Lato"/>
                <a:cs typeface="Lato"/>
                <a:sym typeface="Lato"/>
              </a:defRPr>
            </a:lvl9pPr>
          </a:lstStyle>
          <a:p/>
        </p:txBody>
      </p:sp>
      <p:sp>
        <p:nvSpPr>
          <p:cNvPr id="1057" name="Google Shape;1057;p67"/>
          <p:cNvSpPr txBox="1"/>
          <p:nvPr>
            <p:ph idx="4" type="title"/>
          </p:nvPr>
        </p:nvSpPr>
        <p:spPr>
          <a:xfrm>
            <a:off x="507250" y="3648688"/>
            <a:ext cx="21378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Font typeface="Quantico"/>
              <a:buNone/>
              <a:defRPr b="1" sz="13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058" name="Google Shape;1058;p67"/>
          <p:cNvSpPr txBox="1"/>
          <p:nvPr>
            <p:ph idx="5" type="title"/>
          </p:nvPr>
        </p:nvSpPr>
        <p:spPr>
          <a:xfrm>
            <a:off x="507250" y="3960850"/>
            <a:ext cx="2242500" cy="708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059" name="Google Shape;1059;p67"/>
          <p:cNvSpPr txBox="1"/>
          <p:nvPr>
            <p:ph idx="6" type="title"/>
          </p:nvPr>
        </p:nvSpPr>
        <p:spPr>
          <a:xfrm>
            <a:off x="507250" y="2950200"/>
            <a:ext cx="22425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060" name="Google Shape;1060;p67"/>
          <p:cNvSpPr txBox="1"/>
          <p:nvPr>
            <p:ph idx="7" type="title"/>
          </p:nvPr>
        </p:nvSpPr>
        <p:spPr>
          <a:xfrm>
            <a:off x="5654225" y="2657175"/>
            <a:ext cx="9612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061" name="Google Shape;1061;p67"/>
          <p:cNvSpPr txBox="1"/>
          <p:nvPr>
            <p:ph idx="8" type="title"/>
          </p:nvPr>
        </p:nvSpPr>
        <p:spPr>
          <a:xfrm>
            <a:off x="7295800" y="2657175"/>
            <a:ext cx="11091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062" name="Google Shape;1062;p67"/>
          <p:cNvSpPr txBox="1"/>
          <p:nvPr>
            <p:ph idx="9" type="title"/>
          </p:nvPr>
        </p:nvSpPr>
        <p:spPr>
          <a:xfrm>
            <a:off x="3958525" y="2657175"/>
            <a:ext cx="1003500" cy="40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2900"/>
              <a:buFont typeface="Quantico"/>
              <a:buNone/>
              <a:defRPr b="1" sz="1200"/>
            </a:lvl1pPr>
            <a:lvl2pPr lvl="1">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2pPr>
            <a:lvl3pPr lvl="2">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3pPr>
            <a:lvl4pPr lvl="3">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4pPr>
            <a:lvl5pPr lvl="4">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5pPr>
            <a:lvl6pPr lvl="5">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6pPr>
            <a:lvl7pPr lvl="6">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7pPr>
            <a:lvl8pPr lvl="7">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8pPr>
            <a:lvl9pPr lvl="8">
              <a:lnSpc>
                <a:spcPct val="90000"/>
              </a:lnSpc>
              <a:spcBef>
                <a:spcPts val="0"/>
              </a:spcBef>
              <a:spcAft>
                <a:spcPts val="0"/>
              </a:spcAft>
              <a:buClr>
                <a:schemeClr val="dk1"/>
              </a:buClr>
              <a:buSzPts val="3000"/>
              <a:buFont typeface="Quantico"/>
              <a:buNone/>
              <a:defRPr b="1" sz="1300">
                <a:latin typeface="Quantico"/>
                <a:ea typeface="Quantico"/>
                <a:cs typeface="Quantico"/>
                <a:sym typeface="Quantico"/>
              </a:defRPr>
            </a:lvl9pPr>
          </a:lstStyle>
          <a:p/>
        </p:txBody>
      </p:sp>
      <p:sp>
        <p:nvSpPr>
          <p:cNvPr id="1063" name="Google Shape;1063;p67"/>
          <p:cNvSpPr txBox="1"/>
          <p:nvPr>
            <p:ph idx="13" type="title"/>
          </p:nvPr>
        </p:nvSpPr>
        <p:spPr>
          <a:xfrm>
            <a:off x="3477950" y="3170975"/>
            <a:ext cx="1583400" cy="643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064" name="Google Shape;1064;p67"/>
          <p:cNvSpPr txBox="1"/>
          <p:nvPr>
            <p:ph idx="14" type="title"/>
          </p:nvPr>
        </p:nvSpPr>
        <p:spPr>
          <a:xfrm>
            <a:off x="5156125" y="3170975"/>
            <a:ext cx="15516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065" name="Google Shape;1065;p67"/>
          <p:cNvSpPr txBox="1"/>
          <p:nvPr>
            <p:ph idx="15" type="title"/>
          </p:nvPr>
        </p:nvSpPr>
        <p:spPr>
          <a:xfrm>
            <a:off x="6837850" y="3170975"/>
            <a:ext cx="2022000" cy="1596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0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0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0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0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0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0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0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0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066" name="Google Shape;1066;p67"/>
          <p:cNvSpPr txBox="1"/>
          <p:nvPr>
            <p:ph idx="16" type="title"/>
          </p:nvPr>
        </p:nvSpPr>
        <p:spPr>
          <a:xfrm>
            <a:off x="3624875" y="4016425"/>
            <a:ext cx="14364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
        <p:nvSpPr>
          <p:cNvPr id="1067" name="Google Shape;1067;p67"/>
          <p:cNvSpPr txBox="1"/>
          <p:nvPr>
            <p:ph idx="17" type="title"/>
          </p:nvPr>
        </p:nvSpPr>
        <p:spPr>
          <a:xfrm>
            <a:off x="5303050" y="4016425"/>
            <a:ext cx="1404600" cy="7506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1000"/>
              <a:buFont typeface="Lato"/>
              <a:buNone/>
              <a:defRPr sz="1000">
                <a:latin typeface="Lato"/>
                <a:ea typeface="Lato"/>
                <a:cs typeface="Lato"/>
                <a:sym typeface="Lato"/>
              </a:defRPr>
            </a:lvl1pPr>
            <a:lvl2pPr lvl="1">
              <a:lnSpc>
                <a:spcPct val="150000"/>
              </a:lnSpc>
              <a:spcBef>
                <a:spcPts val="0"/>
              </a:spcBef>
              <a:spcAft>
                <a:spcPts val="0"/>
              </a:spcAft>
              <a:buClr>
                <a:schemeClr val="dk1"/>
              </a:buClr>
              <a:buSzPts val="1000"/>
              <a:buFont typeface="Lato"/>
              <a:buNone/>
              <a:defRPr sz="1000">
                <a:latin typeface="Lato"/>
                <a:ea typeface="Lato"/>
                <a:cs typeface="Lato"/>
                <a:sym typeface="Lato"/>
              </a:defRPr>
            </a:lvl2pPr>
            <a:lvl3pPr lvl="2">
              <a:lnSpc>
                <a:spcPct val="150000"/>
              </a:lnSpc>
              <a:spcBef>
                <a:spcPts val="0"/>
              </a:spcBef>
              <a:spcAft>
                <a:spcPts val="0"/>
              </a:spcAft>
              <a:buClr>
                <a:schemeClr val="dk1"/>
              </a:buClr>
              <a:buSzPts val="1000"/>
              <a:buFont typeface="Lato"/>
              <a:buNone/>
              <a:defRPr sz="1000">
                <a:latin typeface="Lato"/>
                <a:ea typeface="Lato"/>
                <a:cs typeface="Lato"/>
                <a:sym typeface="Lato"/>
              </a:defRPr>
            </a:lvl3pPr>
            <a:lvl4pPr lvl="3">
              <a:lnSpc>
                <a:spcPct val="150000"/>
              </a:lnSpc>
              <a:spcBef>
                <a:spcPts val="0"/>
              </a:spcBef>
              <a:spcAft>
                <a:spcPts val="0"/>
              </a:spcAft>
              <a:buClr>
                <a:schemeClr val="dk1"/>
              </a:buClr>
              <a:buSzPts val="1000"/>
              <a:buFont typeface="Lato"/>
              <a:buNone/>
              <a:defRPr sz="1000">
                <a:latin typeface="Lato"/>
                <a:ea typeface="Lato"/>
                <a:cs typeface="Lato"/>
                <a:sym typeface="Lato"/>
              </a:defRPr>
            </a:lvl4pPr>
            <a:lvl5pPr lvl="4">
              <a:lnSpc>
                <a:spcPct val="150000"/>
              </a:lnSpc>
              <a:spcBef>
                <a:spcPts val="0"/>
              </a:spcBef>
              <a:spcAft>
                <a:spcPts val="0"/>
              </a:spcAft>
              <a:buClr>
                <a:schemeClr val="dk1"/>
              </a:buClr>
              <a:buSzPts val="1000"/>
              <a:buFont typeface="Lato"/>
              <a:buNone/>
              <a:defRPr sz="1000">
                <a:latin typeface="Lato"/>
                <a:ea typeface="Lato"/>
                <a:cs typeface="Lato"/>
                <a:sym typeface="Lato"/>
              </a:defRPr>
            </a:lvl5pPr>
            <a:lvl6pPr lvl="5">
              <a:lnSpc>
                <a:spcPct val="150000"/>
              </a:lnSpc>
              <a:spcBef>
                <a:spcPts val="0"/>
              </a:spcBef>
              <a:spcAft>
                <a:spcPts val="0"/>
              </a:spcAft>
              <a:buClr>
                <a:schemeClr val="dk1"/>
              </a:buClr>
              <a:buSzPts val="1000"/>
              <a:buFont typeface="Lato"/>
              <a:buNone/>
              <a:defRPr sz="1000">
                <a:latin typeface="Lato"/>
                <a:ea typeface="Lato"/>
                <a:cs typeface="Lato"/>
                <a:sym typeface="Lato"/>
              </a:defRPr>
            </a:lvl6pPr>
            <a:lvl7pPr lvl="6">
              <a:lnSpc>
                <a:spcPct val="150000"/>
              </a:lnSpc>
              <a:spcBef>
                <a:spcPts val="0"/>
              </a:spcBef>
              <a:spcAft>
                <a:spcPts val="0"/>
              </a:spcAft>
              <a:buClr>
                <a:schemeClr val="dk1"/>
              </a:buClr>
              <a:buSzPts val="1000"/>
              <a:buFont typeface="Lato"/>
              <a:buNone/>
              <a:defRPr sz="1000">
                <a:latin typeface="Lato"/>
                <a:ea typeface="Lato"/>
                <a:cs typeface="Lato"/>
                <a:sym typeface="Lato"/>
              </a:defRPr>
            </a:lvl7pPr>
            <a:lvl8pPr lvl="7">
              <a:lnSpc>
                <a:spcPct val="150000"/>
              </a:lnSpc>
              <a:spcBef>
                <a:spcPts val="0"/>
              </a:spcBef>
              <a:spcAft>
                <a:spcPts val="0"/>
              </a:spcAft>
              <a:buClr>
                <a:schemeClr val="dk1"/>
              </a:buClr>
              <a:buSzPts val="1000"/>
              <a:buFont typeface="Lato"/>
              <a:buNone/>
              <a:defRPr sz="1000">
                <a:latin typeface="Lato"/>
                <a:ea typeface="Lato"/>
                <a:cs typeface="Lato"/>
                <a:sym typeface="Lato"/>
              </a:defRPr>
            </a:lvl8pPr>
            <a:lvl9pPr lvl="8">
              <a:lnSpc>
                <a:spcPct val="150000"/>
              </a:lnSpc>
              <a:spcBef>
                <a:spcPts val="0"/>
              </a:spcBef>
              <a:spcAft>
                <a:spcPts val="0"/>
              </a:spcAft>
              <a:buClr>
                <a:schemeClr val="dk1"/>
              </a:buClr>
              <a:buSzPts val="1000"/>
              <a:buFont typeface="Lato"/>
              <a:buNone/>
              <a:defRPr sz="1000">
                <a:latin typeface="Lato"/>
                <a:ea typeface="Lato"/>
                <a:cs typeface="Lato"/>
                <a:sym typeface="Lato"/>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4">
  <p:cSld name="CUSTOM_5_1">
    <p:bg>
      <p:bgPr>
        <a:solidFill>
          <a:schemeClr val="lt1"/>
        </a:solidFill>
      </p:bgPr>
    </p:bg>
    <p:spTree>
      <p:nvGrpSpPr>
        <p:cNvPr id="1068" name="Shape 1068"/>
        <p:cNvGrpSpPr/>
        <p:nvPr/>
      </p:nvGrpSpPr>
      <p:grpSpPr>
        <a:xfrm>
          <a:off x="0" y="0"/>
          <a:ext cx="0" cy="0"/>
          <a:chOff x="0" y="0"/>
          <a:chExt cx="0" cy="0"/>
        </a:xfrm>
      </p:grpSpPr>
      <p:sp>
        <p:nvSpPr>
          <p:cNvPr id="1069" name="Google Shape;1069;p68"/>
          <p:cNvSpPr/>
          <p:nvPr/>
        </p:nvSpPr>
        <p:spPr>
          <a:xfrm>
            <a:off x="1067025" y="437190"/>
            <a:ext cx="7197300" cy="38658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70" name="Google Shape;1070;p68"/>
          <p:cNvSpPr/>
          <p:nvPr/>
        </p:nvSpPr>
        <p:spPr>
          <a:xfrm>
            <a:off x="1491600" y="1330871"/>
            <a:ext cx="7197300" cy="36744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71" name="Google Shape;1071;p68"/>
          <p:cNvSpPr/>
          <p:nvPr/>
        </p:nvSpPr>
        <p:spPr>
          <a:xfrm>
            <a:off x="114875" y="875230"/>
            <a:ext cx="7197300" cy="3977100"/>
          </a:xfrm>
          <a:prstGeom prst="snip1Rect">
            <a:avLst>
              <a:gd fmla="val 11506" name="adj"/>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72" name="Google Shape;1072;p68"/>
          <p:cNvSpPr/>
          <p:nvPr/>
        </p:nvSpPr>
        <p:spPr>
          <a:xfrm>
            <a:off x="-8050" y="432050"/>
            <a:ext cx="3686700" cy="4689000"/>
          </a:xfrm>
          <a:prstGeom prst="snip1Rect">
            <a:avLst>
              <a:gd fmla="val 1153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073" name="Google Shape;1073;p68"/>
          <p:cNvSpPr txBox="1"/>
          <p:nvPr>
            <p:ph type="title"/>
          </p:nvPr>
        </p:nvSpPr>
        <p:spPr>
          <a:xfrm>
            <a:off x="451900" y="843775"/>
            <a:ext cx="2968200" cy="10398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accent6"/>
              </a:buClr>
              <a:buSzPts val="3000"/>
              <a:buNone/>
              <a:defRPr sz="2400">
                <a:solidFill>
                  <a:schemeClr val="accent6"/>
                </a:solidFill>
              </a:defRPr>
            </a:lvl1pPr>
            <a:lvl2pPr lvl="1">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074" name="Google Shape;1074;p68"/>
          <p:cNvSpPr txBox="1"/>
          <p:nvPr>
            <p:ph idx="1" type="subTitle"/>
          </p:nvPr>
        </p:nvSpPr>
        <p:spPr>
          <a:xfrm>
            <a:off x="478650" y="2476500"/>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075" name="Google Shape;1075;p68"/>
          <p:cNvSpPr txBox="1"/>
          <p:nvPr>
            <p:ph idx="2" type="title"/>
          </p:nvPr>
        </p:nvSpPr>
        <p:spPr>
          <a:xfrm>
            <a:off x="488175" y="2044800"/>
            <a:ext cx="14520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076" name="Google Shape;1076;p68"/>
          <p:cNvSpPr txBox="1"/>
          <p:nvPr>
            <p:ph idx="3" type="subTitle"/>
          </p:nvPr>
        </p:nvSpPr>
        <p:spPr>
          <a:xfrm>
            <a:off x="2102625"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077" name="Google Shape;1077;p68"/>
          <p:cNvSpPr txBox="1"/>
          <p:nvPr>
            <p:ph idx="4" type="title"/>
          </p:nvPr>
        </p:nvSpPr>
        <p:spPr>
          <a:xfrm>
            <a:off x="2102625" y="2044800"/>
            <a:ext cx="15825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078" name="Google Shape;1078;p68"/>
          <p:cNvSpPr txBox="1"/>
          <p:nvPr>
            <p:ph idx="5" type="subTitle"/>
          </p:nvPr>
        </p:nvSpPr>
        <p:spPr>
          <a:xfrm>
            <a:off x="3875050"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079" name="Google Shape;1079;p68"/>
          <p:cNvSpPr txBox="1"/>
          <p:nvPr>
            <p:ph idx="6" type="title"/>
          </p:nvPr>
        </p:nvSpPr>
        <p:spPr>
          <a:xfrm>
            <a:off x="3875051"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080" name="Google Shape;1080;p68"/>
          <p:cNvSpPr txBox="1"/>
          <p:nvPr>
            <p:ph idx="7" type="subTitle"/>
          </p:nvPr>
        </p:nvSpPr>
        <p:spPr>
          <a:xfrm>
            <a:off x="5618263"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081" name="Google Shape;1081;p68"/>
          <p:cNvSpPr txBox="1"/>
          <p:nvPr>
            <p:ph idx="8" type="title"/>
          </p:nvPr>
        </p:nvSpPr>
        <p:spPr>
          <a:xfrm>
            <a:off x="5618275" y="2044800"/>
            <a:ext cx="15579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082" name="Google Shape;1082;p68"/>
          <p:cNvSpPr txBox="1"/>
          <p:nvPr>
            <p:ph idx="9" type="subTitle"/>
          </p:nvPr>
        </p:nvSpPr>
        <p:spPr>
          <a:xfrm>
            <a:off x="7354438" y="2476488"/>
            <a:ext cx="1374300" cy="4167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000"/>
              <a:buFont typeface="Lato"/>
              <a:buNone/>
              <a:defRPr b="1">
                <a:solidFill>
                  <a:schemeClr val="dk1"/>
                </a:solidFill>
              </a:defRPr>
            </a:lvl1pPr>
            <a:lvl2pPr lvl="1">
              <a:lnSpc>
                <a:spcPct val="90000"/>
              </a:lnSpc>
              <a:spcBef>
                <a:spcPts val="0"/>
              </a:spcBef>
              <a:spcAft>
                <a:spcPts val="0"/>
              </a:spcAft>
              <a:buClr>
                <a:schemeClr val="dk1"/>
              </a:buClr>
              <a:buSzPts val="1000"/>
              <a:buFont typeface="Lato"/>
              <a:buNone/>
              <a:defRPr b="1">
                <a:solidFill>
                  <a:schemeClr val="dk1"/>
                </a:solidFill>
              </a:defRPr>
            </a:lvl2pPr>
            <a:lvl3pPr lvl="2">
              <a:lnSpc>
                <a:spcPct val="90000"/>
              </a:lnSpc>
              <a:spcBef>
                <a:spcPts val="0"/>
              </a:spcBef>
              <a:spcAft>
                <a:spcPts val="0"/>
              </a:spcAft>
              <a:buClr>
                <a:schemeClr val="dk1"/>
              </a:buClr>
              <a:buSzPts val="1000"/>
              <a:buFont typeface="Lato"/>
              <a:buNone/>
              <a:defRPr b="1">
                <a:solidFill>
                  <a:schemeClr val="dk1"/>
                </a:solidFill>
              </a:defRPr>
            </a:lvl3pPr>
            <a:lvl4pPr lvl="3">
              <a:lnSpc>
                <a:spcPct val="90000"/>
              </a:lnSpc>
              <a:spcBef>
                <a:spcPts val="0"/>
              </a:spcBef>
              <a:spcAft>
                <a:spcPts val="0"/>
              </a:spcAft>
              <a:buClr>
                <a:schemeClr val="dk1"/>
              </a:buClr>
              <a:buSzPts val="1000"/>
              <a:buFont typeface="Lato"/>
              <a:buNone/>
              <a:defRPr b="1">
                <a:solidFill>
                  <a:schemeClr val="dk1"/>
                </a:solidFill>
              </a:defRPr>
            </a:lvl4pPr>
            <a:lvl5pPr lvl="4">
              <a:lnSpc>
                <a:spcPct val="90000"/>
              </a:lnSpc>
              <a:spcBef>
                <a:spcPts val="0"/>
              </a:spcBef>
              <a:spcAft>
                <a:spcPts val="0"/>
              </a:spcAft>
              <a:buClr>
                <a:schemeClr val="dk1"/>
              </a:buClr>
              <a:buSzPts val="1000"/>
              <a:buFont typeface="Lato"/>
              <a:buNone/>
              <a:defRPr b="1">
                <a:solidFill>
                  <a:schemeClr val="dk1"/>
                </a:solidFill>
              </a:defRPr>
            </a:lvl5pPr>
            <a:lvl6pPr lvl="5">
              <a:lnSpc>
                <a:spcPct val="90000"/>
              </a:lnSpc>
              <a:spcBef>
                <a:spcPts val="0"/>
              </a:spcBef>
              <a:spcAft>
                <a:spcPts val="0"/>
              </a:spcAft>
              <a:buClr>
                <a:schemeClr val="dk1"/>
              </a:buClr>
              <a:buSzPts val="1000"/>
              <a:buFont typeface="Lato"/>
              <a:buNone/>
              <a:defRPr b="1">
                <a:solidFill>
                  <a:schemeClr val="dk1"/>
                </a:solidFill>
              </a:defRPr>
            </a:lvl6pPr>
            <a:lvl7pPr lvl="6">
              <a:lnSpc>
                <a:spcPct val="90000"/>
              </a:lnSpc>
              <a:spcBef>
                <a:spcPts val="0"/>
              </a:spcBef>
              <a:spcAft>
                <a:spcPts val="0"/>
              </a:spcAft>
              <a:buClr>
                <a:schemeClr val="dk1"/>
              </a:buClr>
              <a:buSzPts val="1000"/>
              <a:buFont typeface="Lato"/>
              <a:buNone/>
              <a:defRPr b="1">
                <a:solidFill>
                  <a:schemeClr val="dk1"/>
                </a:solidFill>
              </a:defRPr>
            </a:lvl7pPr>
            <a:lvl8pPr lvl="7">
              <a:lnSpc>
                <a:spcPct val="90000"/>
              </a:lnSpc>
              <a:spcBef>
                <a:spcPts val="0"/>
              </a:spcBef>
              <a:spcAft>
                <a:spcPts val="0"/>
              </a:spcAft>
              <a:buClr>
                <a:schemeClr val="dk1"/>
              </a:buClr>
              <a:buSzPts val="1000"/>
              <a:buFont typeface="Lato"/>
              <a:buNone/>
              <a:defRPr b="1">
                <a:solidFill>
                  <a:schemeClr val="dk1"/>
                </a:solidFill>
              </a:defRPr>
            </a:lvl8pPr>
            <a:lvl9pPr lvl="8">
              <a:lnSpc>
                <a:spcPct val="90000"/>
              </a:lnSpc>
              <a:spcBef>
                <a:spcPts val="0"/>
              </a:spcBef>
              <a:spcAft>
                <a:spcPts val="0"/>
              </a:spcAft>
              <a:buClr>
                <a:schemeClr val="dk1"/>
              </a:buClr>
              <a:buSzPts val="1000"/>
              <a:buFont typeface="Lato"/>
              <a:buNone/>
              <a:defRPr b="1">
                <a:solidFill>
                  <a:schemeClr val="dk1"/>
                </a:solidFill>
              </a:defRPr>
            </a:lvl9pPr>
          </a:lstStyle>
          <a:p/>
        </p:txBody>
      </p:sp>
      <p:sp>
        <p:nvSpPr>
          <p:cNvPr id="1083" name="Google Shape;1083;p68"/>
          <p:cNvSpPr txBox="1"/>
          <p:nvPr>
            <p:ph idx="13" type="title"/>
          </p:nvPr>
        </p:nvSpPr>
        <p:spPr>
          <a:xfrm>
            <a:off x="7354449" y="2044799"/>
            <a:ext cx="1797600" cy="372000"/>
          </a:xfrm>
          <a:prstGeom prst="rect">
            <a:avLst/>
          </a:prstGeom>
        </p:spPr>
        <p:txBody>
          <a:bodyPr anchorCtr="0" anchor="t" bIns="0" lIns="0" spcFirstLastPara="1" rIns="91425" wrap="square" tIns="0">
            <a:noAutofit/>
          </a:bodyPr>
          <a:lstStyle>
            <a:lvl1pPr lvl="0">
              <a:lnSpc>
                <a:spcPct val="80000"/>
              </a:lnSpc>
              <a:spcBef>
                <a:spcPts val="0"/>
              </a:spcBef>
              <a:spcAft>
                <a:spcPts val="0"/>
              </a:spcAft>
              <a:buClr>
                <a:schemeClr val="dk1"/>
              </a:buClr>
              <a:buSzPts val="2700"/>
              <a:buFont typeface="Quantico"/>
              <a:buNone/>
              <a:defRPr b="1" sz="1400"/>
            </a:lvl1pPr>
            <a:lvl2pPr lvl="1">
              <a:lnSpc>
                <a:spcPct val="80000"/>
              </a:lnSpc>
              <a:spcBef>
                <a:spcPts val="0"/>
              </a:spcBef>
              <a:spcAft>
                <a:spcPts val="0"/>
              </a:spcAft>
              <a:buClr>
                <a:schemeClr val="dk1"/>
              </a:buClr>
              <a:buSzPts val="3000"/>
              <a:buNone/>
              <a:defRPr b="1" sz="1700">
                <a:latin typeface="Lato"/>
                <a:ea typeface="Lato"/>
                <a:cs typeface="Lato"/>
                <a:sym typeface="Lato"/>
              </a:defRPr>
            </a:lvl2pPr>
            <a:lvl3pPr lvl="2">
              <a:lnSpc>
                <a:spcPct val="80000"/>
              </a:lnSpc>
              <a:spcBef>
                <a:spcPts val="0"/>
              </a:spcBef>
              <a:spcAft>
                <a:spcPts val="0"/>
              </a:spcAft>
              <a:buClr>
                <a:schemeClr val="dk1"/>
              </a:buClr>
              <a:buSzPts val="3000"/>
              <a:buNone/>
              <a:defRPr b="1" sz="1700">
                <a:latin typeface="Lato"/>
                <a:ea typeface="Lato"/>
                <a:cs typeface="Lato"/>
                <a:sym typeface="Lato"/>
              </a:defRPr>
            </a:lvl3pPr>
            <a:lvl4pPr lvl="3">
              <a:lnSpc>
                <a:spcPct val="80000"/>
              </a:lnSpc>
              <a:spcBef>
                <a:spcPts val="0"/>
              </a:spcBef>
              <a:spcAft>
                <a:spcPts val="0"/>
              </a:spcAft>
              <a:buClr>
                <a:schemeClr val="dk1"/>
              </a:buClr>
              <a:buSzPts val="3000"/>
              <a:buNone/>
              <a:defRPr b="1" sz="1700">
                <a:latin typeface="Lato"/>
                <a:ea typeface="Lato"/>
                <a:cs typeface="Lato"/>
                <a:sym typeface="Lato"/>
              </a:defRPr>
            </a:lvl4pPr>
            <a:lvl5pPr lvl="4">
              <a:lnSpc>
                <a:spcPct val="80000"/>
              </a:lnSpc>
              <a:spcBef>
                <a:spcPts val="0"/>
              </a:spcBef>
              <a:spcAft>
                <a:spcPts val="0"/>
              </a:spcAft>
              <a:buClr>
                <a:schemeClr val="dk1"/>
              </a:buClr>
              <a:buSzPts val="3000"/>
              <a:buNone/>
              <a:defRPr b="1" sz="1700">
                <a:latin typeface="Lato"/>
                <a:ea typeface="Lato"/>
                <a:cs typeface="Lato"/>
                <a:sym typeface="Lato"/>
              </a:defRPr>
            </a:lvl5pPr>
            <a:lvl6pPr lvl="5">
              <a:lnSpc>
                <a:spcPct val="80000"/>
              </a:lnSpc>
              <a:spcBef>
                <a:spcPts val="0"/>
              </a:spcBef>
              <a:spcAft>
                <a:spcPts val="0"/>
              </a:spcAft>
              <a:buClr>
                <a:schemeClr val="dk1"/>
              </a:buClr>
              <a:buSzPts val="3000"/>
              <a:buNone/>
              <a:defRPr b="1" sz="1700">
                <a:latin typeface="Lato"/>
                <a:ea typeface="Lato"/>
                <a:cs typeface="Lato"/>
                <a:sym typeface="Lato"/>
              </a:defRPr>
            </a:lvl6pPr>
            <a:lvl7pPr lvl="6">
              <a:lnSpc>
                <a:spcPct val="80000"/>
              </a:lnSpc>
              <a:spcBef>
                <a:spcPts val="0"/>
              </a:spcBef>
              <a:spcAft>
                <a:spcPts val="0"/>
              </a:spcAft>
              <a:buClr>
                <a:schemeClr val="dk1"/>
              </a:buClr>
              <a:buSzPts val="3000"/>
              <a:buNone/>
              <a:defRPr b="1" sz="1700">
                <a:latin typeface="Lato"/>
                <a:ea typeface="Lato"/>
                <a:cs typeface="Lato"/>
                <a:sym typeface="Lato"/>
              </a:defRPr>
            </a:lvl7pPr>
            <a:lvl8pPr lvl="7">
              <a:lnSpc>
                <a:spcPct val="80000"/>
              </a:lnSpc>
              <a:spcBef>
                <a:spcPts val="0"/>
              </a:spcBef>
              <a:spcAft>
                <a:spcPts val="0"/>
              </a:spcAft>
              <a:buClr>
                <a:schemeClr val="dk1"/>
              </a:buClr>
              <a:buSzPts val="3000"/>
              <a:buNone/>
              <a:defRPr b="1" sz="1700">
                <a:latin typeface="Lato"/>
                <a:ea typeface="Lato"/>
                <a:cs typeface="Lato"/>
                <a:sym typeface="Lato"/>
              </a:defRPr>
            </a:lvl8pPr>
            <a:lvl9pPr lvl="8">
              <a:lnSpc>
                <a:spcPct val="80000"/>
              </a:lnSpc>
              <a:spcBef>
                <a:spcPts val="0"/>
              </a:spcBef>
              <a:spcAft>
                <a:spcPts val="0"/>
              </a:spcAft>
              <a:buClr>
                <a:schemeClr val="dk1"/>
              </a:buClr>
              <a:buSzPts val="3000"/>
              <a:buNone/>
              <a:defRPr b="1" sz="1700">
                <a:latin typeface="Lato"/>
                <a:ea typeface="Lato"/>
                <a:cs typeface="Lato"/>
                <a:sym typeface="Lato"/>
              </a:defRPr>
            </a:lvl9pPr>
          </a:lstStyle>
          <a:p/>
        </p:txBody>
      </p:sp>
      <p:sp>
        <p:nvSpPr>
          <p:cNvPr id="1084" name="Google Shape;1084;p68"/>
          <p:cNvSpPr txBox="1"/>
          <p:nvPr>
            <p:ph idx="14" type="subTitle"/>
          </p:nvPr>
        </p:nvSpPr>
        <p:spPr>
          <a:xfrm>
            <a:off x="478650" y="3104100"/>
            <a:ext cx="1452000" cy="61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1085" name="Google Shape;1085;p68"/>
          <p:cNvSpPr txBox="1"/>
          <p:nvPr>
            <p:ph idx="15" type="subTitle"/>
          </p:nvPr>
        </p:nvSpPr>
        <p:spPr>
          <a:xfrm>
            <a:off x="2102625" y="3104100"/>
            <a:ext cx="1582500" cy="642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1086" name="Google Shape;1086;p68"/>
          <p:cNvSpPr txBox="1"/>
          <p:nvPr>
            <p:ph idx="16" type="subTitle"/>
          </p:nvPr>
        </p:nvSpPr>
        <p:spPr>
          <a:xfrm>
            <a:off x="5618275"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1087" name="Google Shape;1087;p68"/>
          <p:cNvSpPr txBox="1"/>
          <p:nvPr>
            <p:ph idx="17" type="subTitle"/>
          </p:nvPr>
        </p:nvSpPr>
        <p:spPr>
          <a:xfrm>
            <a:off x="7354450" y="3104109"/>
            <a:ext cx="12384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1088" name="Google Shape;1088;p68"/>
          <p:cNvSpPr txBox="1"/>
          <p:nvPr>
            <p:ph idx="18" type="subTitle"/>
          </p:nvPr>
        </p:nvSpPr>
        <p:spPr>
          <a:xfrm>
            <a:off x="625400" y="3960650"/>
            <a:ext cx="11397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Char char="●"/>
              <a:defRPr>
                <a:solidFill>
                  <a:schemeClr val="dk1"/>
                </a:solidFill>
              </a:defRPr>
            </a:lvl1pPr>
            <a:lvl2pPr lvl="1">
              <a:lnSpc>
                <a:spcPct val="100000"/>
              </a:lnSpc>
              <a:spcBef>
                <a:spcPts val="1000"/>
              </a:spcBef>
              <a:spcAft>
                <a:spcPts val="0"/>
              </a:spcAft>
              <a:buClr>
                <a:schemeClr val="dk1"/>
              </a:buClr>
              <a:buSzPts val="1200"/>
              <a:buFont typeface="Lato"/>
              <a:buChar char="○"/>
              <a:defRPr>
                <a:solidFill>
                  <a:schemeClr val="dk1"/>
                </a:solidFill>
              </a:defRPr>
            </a:lvl2pPr>
            <a:lvl3pPr lvl="2">
              <a:lnSpc>
                <a:spcPct val="100000"/>
              </a:lnSpc>
              <a:spcBef>
                <a:spcPts val="1000"/>
              </a:spcBef>
              <a:spcAft>
                <a:spcPts val="0"/>
              </a:spcAft>
              <a:buClr>
                <a:schemeClr val="dk1"/>
              </a:buClr>
              <a:buSzPts val="1200"/>
              <a:buFont typeface="Lato"/>
              <a:buChar char="■"/>
              <a:defRPr>
                <a:solidFill>
                  <a:schemeClr val="dk1"/>
                </a:solidFill>
              </a:defRPr>
            </a:lvl3pPr>
            <a:lvl4pPr lvl="3">
              <a:lnSpc>
                <a:spcPct val="100000"/>
              </a:lnSpc>
              <a:spcBef>
                <a:spcPts val="1000"/>
              </a:spcBef>
              <a:spcAft>
                <a:spcPts val="0"/>
              </a:spcAft>
              <a:buClr>
                <a:schemeClr val="dk1"/>
              </a:buClr>
              <a:buSzPts val="1200"/>
              <a:buFont typeface="Lato"/>
              <a:buChar char="●"/>
              <a:defRPr>
                <a:solidFill>
                  <a:schemeClr val="dk1"/>
                </a:solidFill>
              </a:defRPr>
            </a:lvl4pPr>
            <a:lvl5pPr lvl="4">
              <a:lnSpc>
                <a:spcPct val="100000"/>
              </a:lnSpc>
              <a:spcBef>
                <a:spcPts val="1000"/>
              </a:spcBef>
              <a:spcAft>
                <a:spcPts val="0"/>
              </a:spcAft>
              <a:buClr>
                <a:schemeClr val="dk1"/>
              </a:buClr>
              <a:buSzPts val="1200"/>
              <a:buFont typeface="Lato"/>
              <a:buChar char="○"/>
              <a:defRPr>
                <a:solidFill>
                  <a:schemeClr val="dk1"/>
                </a:solidFill>
              </a:defRPr>
            </a:lvl5pPr>
            <a:lvl6pPr lvl="5">
              <a:lnSpc>
                <a:spcPct val="100000"/>
              </a:lnSpc>
              <a:spcBef>
                <a:spcPts val="1000"/>
              </a:spcBef>
              <a:spcAft>
                <a:spcPts val="0"/>
              </a:spcAft>
              <a:buClr>
                <a:schemeClr val="dk1"/>
              </a:buClr>
              <a:buSzPts val="1200"/>
              <a:buFont typeface="Lato"/>
              <a:buChar char="■"/>
              <a:defRPr>
                <a:solidFill>
                  <a:schemeClr val="dk1"/>
                </a:solidFill>
              </a:defRPr>
            </a:lvl6pPr>
            <a:lvl7pPr lvl="6">
              <a:lnSpc>
                <a:spcPct val="100000"/>
              </a:lnSpc>
              <a:spcBef>
                <a:spcPts val="1000"/>
              </a:spcBef>
              <a:spcAft>
                <a:spcPts val="0"/>
              </a:spcAft>
              <a:buClr>
                <a:schemeClr val="dk1"/>
              </a:buClr>
              <a:buSzPts val="1200"/>
              <a:buFont typeface="Lato"/>
              <a:buChar char="●"/>
              <a:defRPr>
                <a:solidFill>
                  <a:schemeClr val="dk1"/>
                </a:solidFill>
              </a:defRPr>
            </a:lvl7pPr>
            <a:lvl8pPr lvl="7">
              <a:lnSpc>
                <a:spcPct val="100000"/>
              </a:lnSpc>
              <a:spcBef>
                <a:spcPts val="1000"/>
              </a:spcBef>
              <a:spcAft>
                <a:spcPts val="0"/>
              </a:spcAft>
              <a:buClr>
                <a:schemeClr val="dk1"/>
              </a:buClr>
              <a:buSzPts val="1200"/>
              <a:buFont typeface="Lato"/>
              <a:buChar char="○"/>
              <a:defRPr>
                <a:solidFill>
                  <a:schemeClr val="dk1"/>
                </a:solidFill>
              </a:defRPr>
            </a:lvl8pPr>
            <a:lvl9pPr lvl="8">
              <a:lnSpc>
                <a:spcPct val="100000"/>
              </a:lnSpc>
              <a:spcBef>
                <a:spcPts val="1000"/>
              </a:spcBef>
              <a:spcAft>
                <a:spcPts val="1000"/>
              </a:spcAft>
              <a:buClr>
                <a:schemeClr val="dk1"/>
              </a:buClr>
              <a:buSzPts val="1200"/>
              <a:buFont typeface="Lato"/>
              <a:buChar char="■"/>
              <a:defRPr>
                <a:solidFill>
                  <a:schemeClr val="dk1"/>
                </a:solidFill>
              </a:defRPr>
            </a:lvl9pPr>
          </a:lstStyle>
          <a:p/>
        </p:txBody>
      </p:sp>
      <p:sp>
        <p:nvSpPr>
          <p:cNvPr id="1089" name="Google Shape;1089;p68"/>
          <p:cNvSpPr txBox="1"/>
          <p:nvPr>
            <p:ph idx="19" type="subTitle"/>
          </p:nvPr>
        </p:nvSpPr>
        <p:spPr>
          <a:xfrm>
            <a:off x="2239700" y="3960657"/>
            <a:ext cx="1139700" cy="813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1090" name="Google Shape;1090;p68"/>
          <p:cNvSpPr txBox="1"/>
          <p:nvPr>
            <p:ph idx="20" type="subTitle"/>
          </p:nvPr>
        </p:nvSpPr>
        <p:spPr>
          <a:xfrm>
            <a:off x="4021800" y="3960660"/>
            <a:ext cx="11397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1091" name="Google Shape;1091;p68"/>
          <p:cNvSpPr txBox="1"/>
          <p:nvPr>
            <p:ph idx="21" type="subTitle"/>
          </p:nvPr>
        </p:nvSpPr>
        <p:spPr>
          <a:xfrm>
            <a:off x="5765025" y="3960650"/>
            <a:ext cx="1411200" cy="8970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1092" name="Google Shape;1092;p68"/>
          <p:cNvSpPr txBox="1"/>
          <p:nvPr>
            <p:ph idx="22" type="subTitle"/>
          </p:nvPr>
        </p:nvSpPr>
        <p:spPr>
          <a:xfrm>
            <a:off x="7491550" y="3960657"/>
            <a:ext cx="1139700" cy="774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
        <p:nvSpPr>
          <p:cNvPr id="1093" name="Google Shape;1093;p68"/>
          <p:cNvSpPr txBox="1"/>
          <p:nvPr>
            <p:ph idx="23" type="subTitle"/>
          </p:nvPr>
        </p:nvSpPr>
        <p:spPr>
          <a:xfrm>
            <a:off x="3875050" y="3104100"/>
            <a:ext cx="1557900" cy="7323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a:solidFill>
                  <a:schemeClr val="dk1"/>
                </a:solidFill>
              </a:defRPr>
            </a:lvl1pPr>
            <a:lvl2pPr lvl="1">
              <a:lnSpc>
                <a:spcPct val="100000"/>
              </a:lnSpc>
              <a:spcBef>
                <a:spcPts val="1000"/>
              </a:spcBef>
              <a:spcAft>
                <a:spcPts val="0"/>
              </a:spcAft>
              <a:buClr>
                <a:schemeClr val="dk1"/>
              </a:buClr>
              <a:buSzPts val="1200"/>
              <a:buFont typeface="Lato"/>
              <a:buNone/>
              <a:defRPr>
                <a:solidFill>
                  <a:schemeClr val="dk1"/>
                </a:solidFill>
              </a:defRPr>
            </a:lvl2pPr>
            <a:lvl3pPr lvl="2">
              <a:lnSpc>
                <a:spcPct val="100000"/>
              </a:lnSpc>
              <a:spcBef>
                <a:spcPts val="1000"/>
              </a:spcBef>
              <a:spcAft>
                <a:spcPts val="0"/>
              </a:spcAft>
              <a:buClr>
                <a:schemeClr val="dk1"/>
              </a:buClr>
              <a:buSzPts val="1200"/>
              <a:buFont typeface="Lato"/>
              <a:buNone/>
              <a:defRPr>
                <a:solidFill>
                  <a:schemeClr val="dk1"/>
                </a:solidFill>
              </a:defRPr>
            </a:lvl3pPr>
            <a:lvl4pPr lvl="3">
              <a:lnSpc>
                <a:spcPct val="100000"/>
              </a:lnSpc>
              <a:spcBef>
                <a:spcPts val="1000"/>
              </a:spcBef>
              <a:spcAft>
                <a:spcPts val="0"/>
              </a:spcAft>
              <a:buClr>
                <a:schemeClr val="dk1"/>
              </a:buClr>
              <a:buSzPts val="1200"/>
              <a:buFont typeface="Lato"/>
              <a:buNone/>
              <a:defRPr>
                <a:solidFill>
                  <a:schemeClr val="dk1"/>
                </a:solidFill>
              </a:defRPr>
            </a:lvl4pPr>
            <a:lvl5pPr lvl="4">
              <a:lnSpc>
                <a:spcPct val="100000"/>
              </a:lnSpc>
              <a:spcBef>
                <a:spcPts val="1000"/>
              </a:spcBef>
              <a:spcAft>
                <a:spcPts val="0"/>
              </a:spcAft>
              <a:buClr>
                <a:schemeClr val="dk1"/>
              </a:buClr>
              <a:buSzPts val="1200"/>
              <a:buFont typeface="Lato"/>
              <a:buNone/>
              <a:defRPr>
                <a:solidFill>
                  <a:schemeClr val="dk1"/>
                </a:solidFill>
              </a:defRPr>
            </a:lvl5pPr>
            <a:lvl6pPr lvl="5">
              <a:lnSpc>
                <a:spcPct val="100000"/>
              </a:lnSpc>
              <a:spcBef>
                <a:spcPts val="1000"/>
              </a:spcBef>
              <a:spcAft>
                <a:spcPts val="0"/>
              </a:spcAft>
              <a:buClr>
                <a:schemeClr val="dk1"/>
              </a:buClr>
              <a:buSzPts val="1200"/>
              <a:buFont typeface="Lato"/>
              <a:buNone/>
              <a:defRPr>
                <a:solidFill>
                  <a:schemeClr val="dk1"/>
                </a:solidFill>
              </a:defRPr>
            </a:lvl6pPr>
            <a:lvl7pPr lvl="6">
              <a:lnSpc>
                <a:spcPct val="100000"/>
              </a:lnSpc>
              <a:spcBef>
                <a:spcPts val="1000"/>
              </a:spcBef>
              <a:spcAft>
                <a:spcPts val="0"/>
              </a:spcAft>
              <a:buClr>
                <a:schemeClr val="dk1"/>
              </a:buClr>
              <a:buSzPts val="1200"/>
              <a:buFont typeface="Lato"/>
              <a:buNone/>
              <a:defRPr>
                <a:solidFill>
                  <a:schemeClr val="dk1"/>
                </a:solidFill>
              </a:defRPr>
            </a:lvl7pPr>
            <a:lvl8pPr lvl="7">
              <a:lnSpc>
                <a:spcPct val="100000"/>
              </a:lnSpc>
              <a:spcBef>
                <a:spcPts val="1000"/>
              </a:spcBef>
              <a:spcAft>
                <a:spcPts val="0"/>
              </a:spcAft>
              <a:buClr>
                <a:schemeClr val="dk1"/>
              </a:buClr>
              <a:buSzPts val="1200"/>
              <a:buFont typeface="Lato"/>
              <a:buNone/>
              <a:defRPr>
                <a:solidFill>
                  <a:schemeClr val="dk1"/>
                </a:solidFill>
              </a:defRPr>
            </a:lvl8pPr>
            <a:lvl9pPr lvl="8">
              <a:lnSpc>
                <a:spcPct val="100000"/>
              </a:lnSpc>
              <a:spcBef>
                <a:spcPts val="1000"/>
              </a:spcBef>
              <a:spcAft>
                <a:spcPts val="1000"/>
              </a:spcAft>
              <a:buClr>
                <a:schemeClr val="dk1"/>
              </a:buClr>
              <a:buSzPts val="1200"/>
              <a:buFont typeface="Lato"/>
              <a:buNone/>
              <a:defRPr>
                <a:solidFill>
                  <a:schemeClr val="dk1"/>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1">
  <p:cSld name="CUSTOM_5_1_1_1_4">
    <p:spTree>
      <p:nvGrpSpPr>
        <p:cNvPr id="1094" name="Shape 1094"/>
        <p:cNvGrpSpPr/>
        <p:nvPr/>
      </p:nvGrpSpPr>
      <p:grpSpPr>
        <a:xfrm>
          <a:off x="0" y="0"/>
          <a:ext cx="0" cy="0"/>
          <a:chOff x="0" y="0"/>
          <a:chExt cx="0" cy="0"/>
        </a:xfrm>
      </p:grpSpPr>
      <p:sp>
        <p:nvSpPr>
          <p:cNvPr id="1095" name="Google Shape;1095;p69"/>
          <p:cNvSpPr/>
          <p:nvPr>
            <p:ph idx="2" type="pic"/>
          </p:nvPr>
        </p:nvSpPr>
        <p:spPr>
          <a:xfrm>
            <a:off x="-1600" y="1969350"/>
            <a:ext cx="9144000" cy="3174600"/>
          </a:xfrm>
          <a:prstGeom prst="snip1Rect">
            <a:avLst>
              <a:gd fmla="val 19548" name="adj"/>
            </a:avLst>
          </a:prstGeom>
          <a:noFill/>
          <a:ln>
            <a:noFill/>
          </a:ln>
        </p:spPr>
      </p:sp>
      <p:sp>
        <p:nvSpPr>
          <p:cNvPr id="1096" name="Google Shape;1096;p69"/>
          <p:cNvSpPr txBox="1"/>
          <p:nvPr>
            <p:ph type="title"/>
          </p:nvPr>
        </p:nvSpPr>
        <p:spPr>
          <a:xfrm>
            <a:off x="5254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1097" name="Google Shape;1097;p69"/>
          <p:cNvSpPr txBox="1"/>
          <p:nvPr>
            <p:ph idx="1" type="body"/>
          </p:nvPr>
        </p:nvSpPr>
        <p:spPr>
          <a:xfrm>
            <a:off x="5254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098" name="Google Shape;1098;p69"/>
          <p:cNvSpPr txBox="1"/>
          <p:nvPr>
            <p:ph idx="3" type="title"/>
          </p:nvPr>
        </p:nvSpPr>
        <p:spPr>
          <a:xfrm>
            <a:off x="24096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1099" name="Google Shape;1099;p69"/>
          <p:cNvSpPr txBox="1"/>
          <p:nvPr>
            <p:ph idx="4" type="body"/>
          </p:nvPr>
        </p:nvSpPr>
        <p:spPr>
          <a:xfrm>
            <a:off x="24096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100" name="Google Shape;1100;p69"/>
          <p:cNvSpPr txBox="1"/>
          <p:nvPr>
            <p:ph idx="5" type="title"/>
          </p:nvPr>
        </p:nvSpPr>
        <p:spPr>
          <a:xfrm>
            <a:off x="42938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1101" name="Google Shape;1101;p69"/>
          <p:cNvSpPr txBox="1"/>
          <p:nvPr>
            <p:ph idx="6" type="body"/>
          </p:nvPr>
        </p:nvSpPr>
        <p:spPr>
          <a:xfrm>
            <a:off x="42938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102" name="Google Shape;1102;p69"/>
          <p:cNvSpPr txBox="1"/>
          <p:nvPr>
            <p:ph idx="7" type="title"/>
          </p:nvPr>
        </p:nvSpPr>
        <p:spPr>
          <a:xfrm>
            <a:off x="6178025" y="2247450"/>
            <a:ext cx="1624500" cy="160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300"/>
              <a:buFont typeface="Lato"/>
              <a:buNone/>
              <a:defRPr b="1" sz="1300">
                <a:latin typeface="Lato"/>
                <a:ea typeface="Lato"/>
                <a:cs typeface="Lato"/>
                <a:sym typeface="Lato"/>
              </a:defRPr>
            </a:lvl1pPr>
            <a:lvl2pPr lvl="1">
              <a:spcBef>
                <a:spcPts val="0"/>
              </a:spcBef>
              <a:spcAft>
                <a:spcPts val="0"/>
              </a:spcAft>
              <a:buClr>
                <a:schemeClr val="dk1"/>
              </a:buClr>
              <a:buSzPts val="1300"/>
              <a:buFont typeface="Lato"/>
              <a:buNone/>
              <a:defRPr b="1" sz="1300">
                <a:latin typeface="Lato"/>
                <a:ea typeface="Lato"/>
                <a:cs typeface="Lato"/>
                <a:sym typeface="Lato"/>
              </a:defRPr>
            </a:lvl2pPr>
            <a:lvl3pPr lvl="2">
              <a:spcBef>
                <a:spcPts val="0"/>
              </a:spcBef>
              <a:spcAft>
                <a:spcPts val="0"/>
              </a:spcAft>
              <a:buClr>
                <a:schemeClr val="dk1"/>
              </a:buClr>
              <a:buSzPts val="1300"/>
              <a:buFont typeface="Lato"/>
              <a:buNone/>
              <a:defRPr b="1" sz="1300">
                <a:latin typeface="Lato"/>
                <a:ea typeface="Lato"/>
                <a:cs typeface="Lato"/>
                <a:sym typeface="Lato"/>
              </a:defRPr>
            </a:lvl3pPr>
            <a:lvl4pPr lvl="3">
              <a:spcBef>
                <a:spcPts val="0"/>
              </a:spcBef>
              <a:spcAft>
                <a:spcPts val="0"/>
              </a:spcAft>
              <a:buClr>
                <a:schemeClr val="dk1"/>
              </a:buClr>
              <a:buSzPts val="1300"/>
              <a:buFont typeface="Lato"/>
              <a:buNone/>
              <a:defRPr b="1" sz="1300">
                <a:latin typeface="Lato"/>
                <a:ea typeface="Lato"/>
                <a:cs typeface="Lato"/>
                <a:sym typeface="Lato"/>
              </a:defRPr>
            </a:lvl4pPr>
            <a:lvl5pPr lvl="4">
              <a:spcBef>
                <a:spcPts val="0"/>
              </a:spcBef>
              <a:spcAft>
                <a:spcPts val="0"/>
              </a:spcAft>
              <a:buClr>
                <a:schemeClr val="dk1"/>
              </a:buClr>
              <a:buSzPts val="1300"/>
              <a:buFont typeface="Lato"/>
              <a:buNone/>
              <a:defRPr b="1" sz="1300">
                <a:latin typeface="Lato"/>
                <a:ea typeface="Lato"/>
                <a:cs typeface="Lato"/>
                <a:sym typeface="Lato"/>
              </a:defRPr>
            </a:lvl5pPr>
            <a:lvl6pPr lvl="5">
              <a:spcBef>
                <a:spcPts val="0"/>
              </a:spcBef>
              <a:spcAft>
                <a:spcPts val="0"/>
              </a:spcAft>
              <a:buClr>
                <a:schemeClr val="dk1"/>
              </a:buClr>
              <a:buSzPts val="1300"/>
              <a:buFont typeface="Lato"/>
              <a:buNone/>
              <a:defRPr b="1" sz="1300">
                <a:latin typeface="Lato"/>
                <a:ea typeface="Lato"/>
                <a:cs typeface="Lato"/>
                <a:sym typeface="Lato"/>
              </a:defRPr>
            </a:lvl6pPr>
            <a:lvl7pPr lvl="6">
              <a:spcBef>
                <a:spcPts val="0"/>
              </a:spcBef>
              <a:spcAft>
                <a:spcPts val="0"/>
              </a:spcAft>
              <a:buClr>
                <a:schemeClr val="dk1"/>
              </a:buClr>
              <a:buSzPts val="1300"/>
              <a:buFont typeface="Lato"/>
              <a:buNone/>
              <a:defRPr b="1" sz="1300">
                <a:latin typeface="Lato"/>
                <a:ea typeface="Lato"/>
                <a:cs typeface="Lato"/>
                <a:sym typeface="Lato"/>
              </a:defRPr>
            </a:lvl7pPr>
            <a:lvl8pPr lvl="7">
              <a:spcBef>
                <a:spcPts val="0"/>
              </a:spcBef>
              <a:spcAft>
                <a:spcPts val="0"/>
              </a:spcAft>
              <a:buClr>
                <a:schemeClr val="dk1"/>
              </a:buClr>
              <a:buSzPts val="1300"/>
              <a:buFont typeface="Lato"/>
              <a:buNone/>
              <a:defRPr b="1" sz="1300">
                <a:latin typeface="Lato"/>
                <a:ea typeface="Lato"/>
                <a:cs typeface="Lato"/>
                <a:sym typeface="Lato"/>
              </a:defRPr>
            </a:lvl8pPr>
            <a:lvl9pPr lvl="8">
              <a:spcBef>
                <a:spcPts val="0"/>
              </a:spcBef>
              <a:spcAft>
                <a:spcPts val="0"/>
              </a:spcAft>
              <a:buClr>
                <a:schemeClr val="dk1"/>
              </a:buClr>
              <a:buSzPts val="1300"/>
              <a:buFont typeface="Lato"/>
              <a:buNone/>
              <a:defRPr b="1" sz="1300">
                <a:latin typeface="Lato"/>
                <a:ea typeface="Lato"/>
                <a:cs typeface="Lato"/>
                <a:sym typeface="Lato"/>
              </a:defRPr>
            </a:lvl9pPr>
          </a:lstStyle>
          <a:p/>
        </p:txBody>
      </p:sp>
      <p:sp>
        <p:nvSpPr>
          <p:cNvPr id="1103" name="Google Shape;1103;p69"/>
          <p:cNvSpPr txBox="1"/>
          <p:nvPr>
            <p:ph idx="8" type="body"/>
          </p:nvPr>
        </p:nvSpPr>
        <p:spPr>
          <a:xfrm>
            <a:off x="6178025" y="2446425"/>
            <a:ext cx="1624500" cy="869700"/>
          </a:xfrm>
          <a:prstGeom prst="rect">
            <a:avLst/>
          </a:prstGeom>
        </p:spPr>
        <p:txBody>
          <a:bodyPr anchorCtr="0" anchor="t" bIns="91425" lIns="0" spcFirstLastPara="1" rIns="91425" wrap="square" tIns="91425">
            <a:noAutofit/>
          </a:bodyPr>
          <a:lstStyle>
            <a:lvl1pPr indent="-292100" lvl="0" marL="457200">
              <a:lnSpc>
                <a:spcPct val="115000"/>
              </a:lnSpc>
              <a:spcBef>
                <a:spcPts val="0"/>
              </a:spcBef>
              <a:spcAft>
                <a:spcPts val="0"/>
              </a:spcAft>
              <a:buClr>
                <a:schemeClr val="dk1"/>
              </a:buClr>
              <a:buSzPts val="1000"/>
              <a:buChar char="●"/>
              <a:defRPr>
                <a:solidFill>
                  <a:schemeClr val="dk1"/>
                </a:solidFill>
              </a:defRPr>
            </a:lvl1pPr>
            <a:lvl2pPr indent="-292100" lvl="1" marL="914400">
              <a:lnSpc>
                <a:spcPct val="115000"/>
              </a:lnSpc>
              <a:spcBef>
                <a:spcPts val="1000"/>
              </a:spcBef>
              <a:spcAft>
                <a:spcPts val="0"/>
              </a:spcAft>
              <a:buClr>
                <a:schemeClr val="dk1"/>
              </a:buClr>
              <a:buSzPts val="1000"/>
              <a:buChar char="○"/>
              <a:defRPr>
                <a:solidFill>
                  <a:schemeClr val="dk1"/>
                </a:solidFill>
              </a:defRPr>
            </a:lvl2pPr>
            <a:lvl3pPr indent="-292100" lvl="2" marL="1371600">
              <a:lnSpc>
                <a:spcPct val="115000"/>
              </a:lnSpc>
              <a:spcBef>
                <a:spcPts val="1000"/>
              </a:spcBef>
              <a:spcAft>
                <a:spcPts val="0"/>
              </a:spcAft>
              <a:buClr>
                <a:schemeClr val="dk1"/>
              </a:buClr>
              <a:buSzPts val="1000"/>
              <a:buChar char="■"/>
              <a:defRPr>
                <a:solidFill>
                  <a:schemeClr val="dk1"/>
                </a:solidFill>
              </a:defRPr>
            </a:lvl3pPr>
            <a:lvl4pPr indent="-292100" lvl="3" marL="1828800">
              <a:lnSpc>
                <a:spcPct val="115000"/>
              </a:lnSpc>
              <a:spcBef>
                <a:spcPts val="1000"/>
              </a:spcBef>
              <a:spcAft>
                <a:spcPts val="0"/>
              </a:spcAft>
              <a:buClr>
                <a:schemeClr val="dk1"/>
              </a:buClr>
              <a:buSzPts val="1000"/>
              <a:buChar char="●"/>
              <a:defRPr>
                <a:solidFill>
                  <a:schemeClr val="dk1"/>
                </a:solidFill>
              </a:defRPr>
            </a:lvl4pPr>
            <a:lvl5pPr indent="-292100" lvl="4" marL="2286000">
              <a:lnSpc>
                <a:spcPct val="115000"/>
              </a:lnSpc>
              <a:spcBef>
                <a:spcPts val="1000"/>
              </a:spcBef>
              <a:spcAft>
                <a:spcPts val="0"/>
              </a:spcAft>
              <a:buClr>
                <a:schemeClr val="dk1"/>
              </a:buClr>
              <a:buSzPts val="1000"/>
              <a:buChar char="○"/>
              <a:defRPr>
                <a:solidFill>
                  <a:schemeClr val="dk1"/>
                </a:solidFill>
              </a:defRPr>
            </a:lvl5pPr>
            <a:lvl6pPr indent="-292100" lvl="5" marL="2743200">
              <a:lnSpc>
                <a:spcPct val="115000"/>
              </a:lnSpc>
              <a:spcBef>
                <a:spcPts val="1000"/>
              </a:spcBef>
              <a:spcAft>
                <a:spcPts val="0"/>
              </a:spcAft>
              <a:buClr>
                <a:schemeClr val="dk1"/>
              </a:buClr>
              <a:buSzPts val="1000"/>
              <a:buChar char="■"/>
              <a:defRPr>
                <a:solidFill>
                  <a:schemeClr val="dk1"/>
                </a:solidFill>
              </a:defRPr>
            </a:lvl6pPr>
            <a:lvl7pPr indent="-292100" lvl="6" marL="3200400">
              <a:lnSpc>
                <a:spcPct val="115000"/>
              </a:lnSpc>
              <a:spcBef>
                <a:spcPts val="1000"/>
              </a:spcBef>
              <a:spcAft>
                <a:spcPts val="0"/>
              </a:spcAft>
              <a:buClr>
                <a:schemeClr val="dk1"/>
              </a:buClr>
              <a:buSzPts val="1000"/>
              <a:buChar char="●"/>
              <a:defRPr>
                <a:solidFill>
                  <a:schemeClr val="dk1"/>
                </a:solidFill>
              </a:defRPr>
            </a:lvl7pPr>
            <a:lvl8pPr indent="-292100" lvl="7" marL="3657600">
              <a:lnSpc>
                <a:spcPct val="115000"/>
              </a:lnSpc>
              <a:spcBef>
                <a:spcPts val="1000"/>
              </a:spcBef>
              <a:spcAft>
                <a:spcPts val="0"/>
              </a:spcAft>
              <a:buClr>
                <a:schemeClr val="dk1"/>
              </a:buClr>
              <a:buSzPts val="1000"/>
              <a:buChar char="○"/>
              <a:defRPr>
                <a:solidFill>
                  <a:schemeClr val="dk1"/>
                </a:solidFill>
              </a:defRPr>
            </a:lvl8pPr>
            <a:lvl9pPr indent="-292100" lvl="8" marL="4114800">
              <a:lnSpc>
                <a:spcPct val="115000"/>
              </a:lnSpc>
              <a:spcBef>
                <a:spcPts val="1000"/>
              </a:spcBef>
              <a:spcAft>
                <a:spcPts val="1000"/>
              </a:spcAft>
              <a:buClr>
                <a:schemeClr val="dk1"/>
              </a:buClr>
              <a:buSzPts val="1000"/>
              <a:buChar char="■"/>
              <a:defRPr>
                <a:solidFill>
                  <a:schemeClr val="dk1"/>
                </a:solidFill>
              </a:defRPr>
            </a:lvl9pPr>
          </a:lstStyle>
          <a:p/>
        </p:txBody>
      </p:sp>
      <p:sp>
        <p:nvSpPr>
          <p:cNvPr id="1104" name="Google Shape;1104;p69"/>
          <p:cNvSpPr txBox="1"/>
          <p:nvPr>
            <p:ph idx="9" type="subTitle"/>
          </p:nvPr>
        </p:nvSpPr>
        <p:spPr>
          <a:xfrm>
            <a:off x="24096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1105" name="Google Shape;1105;p69"/>
          <p:cNvSpPr txBox="1"/>
          <p:nvPr>
            <p:ph idx="13" type="subTitle"/>
          </p:nvPr>
        </p:nvSpPr>
        <p:spPr>
          <a:xfrm>
            <a:off x="5254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1106" name="Google Shape;1106;p69"/>
          <p:cNvSpPr txBox="1"/>
          <p:nvPr>
            <p:ph idx="14" type="subTitle"/>
          </p:nvPr>
        </p:nvSpPr>
        <p:spPr>
          <a:xfrm>
            <a:off x="42938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1107" name="Google Shape;1107;p69"/>
          <p:cNvSpPr txBox="1"/>
          <p:nvPr>
            <p:ph idx="15" type="subTitle"/>
          </p:nvPr>
        </p:nvSpPr>
        <p:spPr>
          <a:xfrm>
            <a:off x="6178025" y="3381375"/>
            <a:ext cx="1624500" cy="1579200"/>
          </a:xfrm>
          <a:prstGeom prst="rect">
            <a:avLst/>
          </a:prstGeom>
        </p:spPr>
        <p:txBody>
          <a:bodyPr anchorCtr="0" anchor="t" bIns="91425" lIns="274300" spcFirstLastPara="1" rIns="91425" wrap="square" tIns="91425">
            <a:noAutofit/>
          </a:bodyPr>
          <a:lstStyle>
            <a:lvl1pPr lvl="0">
              <a:lnSpc>
                <a:spcPct val="225000"/>
              </a:lnSpc>
              <a:spcBef>
                <a:spcPts val="0"/>
              </a:spcBef>
              <a:spcAft>
                <a:spcPts val="0"/>
              </a:spcAft>
              <a:buClr>
                <a:schemeClr val="dk1"/>
              </a:buClr>
              <a:buSzPts val="1400"/>
              <a:buFont typeface="Quantico"/>
              <a:buNone/>
              <a:defRPr b="1" sz="1400">
                <a:solidFill>
                  <a:schemeClr val="dk1"/>
                </a:solidFill>
                <a:latin typeface="Quantico"/>
                <a:ea typeface="Quantico"/>
                <a:cs typeface="Quantico"/>
                <a:sym typeface="Quantico"/>
              </a:defRPr>
            </a:lvl1pPr>
            <a:lvl2pPr lvl="1">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2pPr>
            <a:lvl3pPr lvl="2">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3pPr>
            <a:lvl4pPr lvl="3">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4pPr>
            <a:lvl5pPr lvl="4">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5pPr>
            <a:lvl6pPr lvl="5">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6pPr>
            <a:lvl7pPr lvl="6">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7pPr>
            <a:lvl8pPr lvl="7">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8pPr>
            <a:lvl9pPr lvl="8">
              <a:lnSpc>
                <a:spcPct val="225000"/>
              </a:lnSpc>
              <a:spcBef>
                <a:spcPts val="0"/>
              </a:spcBef>
              <a:spcAft>
                <a:spcPts val="0"/>
              </a:spcAft>
              <a:buClr>
                <a:schemeClr val="dk1"/>
              </a:buClr>
              <a:buSzPts val="1000"/>
              <a:buFont typeface="Quantico"/>
              <a:buNone/>
              <a:defRPr b="1">
                <a:solidFill>
                  <a:schemeClr val="dk1"/>
                </a:solidFill>
                <a:latin typeface="Quantico"/>
                <a:ea typeface="Quantico"/>
                <a:cs typeface="Quantico"/>
                <a:sym typeface="Quantico"/>
              </a:defRPr>
            </a:lvl9pPr>
          </a:lstStyle>
          <a:p/>
        </p:txBody>
      </p:sp>
      <p:sp>
        <p:nvSpPr>
          <p:cNvPr id="1108" name="Google Shape;1108;p69"/>
          <p:cNvSpPr txBox="1"/>
          <p:nvPr>
            <p:ph idx="16"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1109" name="Google Shape;1109;p69"/>
          <p:cNvSpPr txBox="1"/>
          <p:nvPr>
            <p:ph idx="17"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4">
  <p:cSld name="CUSTOM_5_1_1_1_1">
    <p:bg>
      <p:bgPr>
        <a:solidFill>
          <a:schemeClr val="lt1"/>
        </a:solidFill>
      </p:bgPr>
    </p:bg>
    <p:spTree>
      <p:nvGrpSpPr>
        <p:cNvPr id="1110" name="Shape 1110"/>
        <p:cNvGrpSpPr/>
        <p:nvPr/>
      </p:nvGrpSpPr>
      <p:grpSpPr>
        <a:xfrm>
          <a:off x="0" y="0"/>
          <a:ext cx="0" cy="0"/>
          <a:chOff x="0" y="0"/>
          <a:chExt cx="0" cy="0"/>
        </a:xfrm>
      </p:grpSpPr>
      <p:sp>
        <p:nvSpPr>
          <p:cNvPr id="1111" name="Google Shape;1111;p70"/>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1112" name="Google Shape;1112;p70"/>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113" name="Google Shape;1113;p70"/>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1114" name="Google Shape;1114;p70"/>
          <p:cNvSpPr txBox="1"/>
          <p:nvPr>
            <p:ph idx="2" type="title"/>
          </p:nvPr>
        </p:nvSpPr>
        <p:spPr>
          <a:xfrm>
            <a:off x="6026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1115" name="Google Shape;1115;p70"/>
          <p:cNvSpPr txBox="1"/>
          <p:nvPr>
            <p:ph idx="3" type="body"/>
          </p:nvPr>
        </p:nvSpPr>
        <p:spPr>
          <a:xfrm>
            <a:off x="6026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16" name="Google Shape;1116;p70"/>
          <p:cNvSpPr txBox="1"/>
          <p:nvPr>
            <p:ph idx="4" type="title"/>
          </p:nvPr>
        </p:nvSpPr>
        <p:spPr>
          <a:xfrm>
            <a:off x="2253138"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1117" name="Google Shape;1117;p70"/>
          <p:cNvSpPr txBox="1"/>
          <p:nvPr>
            <p:ph idx="5" type="body"/>
          </p:nvPr>
        </p:nvSpPr>
        <p:spPr>
          <a:xfrm>
            <a:off x="2253138"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18" name="Google Shape;1118;p70"/>
          <p:cNvSpPr txBox="1"/>
          <p:nvPr>
            <p:ph idx="6" type="title"/>
          </p:nvPr>
        </p:nvSpPr>
        <p:spPr>
          <a:xfrm>
            <a:off x="3903575"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1119" name="Google Shape;1119;p70"/>
          <p:cNvSpPr txBox="1"/>
          <p:nvPr>
            <p:ph idx="7" type="body"/>
          </p:nvPr>
        </p:nvSpPr>
        <p:spPr>
          <a:xfrm>
            <a:off x="3903575"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20" name="Google Shape;1120;p70"/>
          <p:cNvSpPr txBox="1"/>
          <p:nvPr>
            <p:ph idx="8" type="title"/>
          </p:nvPr>
        </p:nvSpPr>
        <p:spPr>
          <a:xfrm>
            <a:off x="555405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1121" name="Google Shape;1121;p70"/>
          <p:cNvSpPr txBox="1"/>
          <p:nvPr>
            <p:ph idx="9" type="body"/>
          </p:nvPr>
        </p:nvSpPr>
        <p:spPr>
          <a:xfrm>
            <a:off x="555405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22" name="Google Shape;1122;p70"/>
          <p:cNvSpPr txBox="1"/>
          <p:nvPr>
            <p:ph idx="13" type="title"/>
          </p:nvPr>
        </p:nvSpPr>
        <p:spPr>
          <a:xfrm>
            <a:off x="7204500" y="2574475"/>
            <a:ext cx="1336800" cy="410100"/>
          </a:xfrm>
          <a:prstGeom prst="rect">
            <a:avLst/>
          </a:prstGeom>
        </p:spPr>
        <p:txBody>
          <a:bodyPr anchorCtr="0" anchor="ctr" bIns="91425" lIns="0" spcFirstLastPara="1" rIns="91425" wrap="square" tIns="91425">
            <a:noAutofit/>
          </a:bodyPr>
          <a:lstStyle>
            <a:lvl1pPr lvl="0">
              <a:spcBef>
                <a:spcPts val="0"/>
              </a:spcBef>
              <a:spcAft>
                <a:spcPts val="0"/>
              </a:spcAft>
              <a:buClr>
                <a:schemeClr val="accent6"/>
              </a:buClr>
              <a:buSzPts val="1000"/>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p:txBody>
      </p:sp>
      <p:sp>
        <p:nvSpPr>
          <p:cNvPr id="1123" name="Google Shape;1123;p70"/>
          <p:cNvSpPr txBox="1"/>
          <p:nvPr>
            <p:ph idx="14" type="body"/>
          </p:nvPr>
        </p:nvSpPr>
        <p:spPr>
          <a:xfrm>
            <a:off x="7204500" y="3034200"/>
            <a:ext cx="1336800" cy="1416000"/>
          </a:xfrm>
          <a:prstGeom prst="rect">
            <a:avLst/>
          </a:prstGeom>
        </p:spPr>
        <p:txBody>
          <a:bodyPr anchorCtr="0" anchor="t" bIns="91425"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CUSTOM_3">
    <p:bg>
      <p:bgPr>
        <a:solidFill>
          <a:schemeClr val="accent4"/>
        </a:solidFill>
      </p:bgPr>
    </p:bg>
    <p:spTree>
      <p:nvGrpSpPr>
        <p:cNvPr id="1124" name="Shape 1124"/>
        <p:cNvGrpSpPr/>
        <p:nvPr/>
      </p:nvGrpSpPr>
      <p:grpSpPr>
        <a:xfrm>
          <a:off x="0" y="0"/>
          <a:ext cx="0" cy="0"/>
          <a:chOff x="0" y="0"/>
          <a:chExt cx="0" cy="0"/>
        </a:xfrm>
      </p:grpSpPr>
      <p:sp>
        <p:nvSpPr>
          <p:cNvPr id="1125" name="Google Shape;1125;p71"/>
          <p:cNvSpPr/>
          <p:nvPr/>
        </p:nvSpPr>
        <p:spPr>
          <a:xfrm>
            <a:off x="0" y="0"/>
            <a:ext cx="55215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26" name="Google Shape;1126;p71"/>
          <p:cNvSpPr txBox="1"/>
          <p:nvPr>
            <p:ph idx="1" type="subTitle"/>
          </p:nvPr>
        </p:nvSpPr>
        <p:spPr>
          <a:xfrm>
            <a:off x="462950" y="41990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700"/>
              <a:buFont typeface="Lato"/>
              <a:buNone/>
              <a:defRPr sz="1600">
                <a:solidFill>
                  <a:schemeClr val="dk1"/>
                </a:solidFill>
              </a:defRPr>
            </a:lvl1pPr>
            <a:lvl2pPr lvl="1">
              <a:spcBef>
                <a:spcPts val="1000"/>
              </a:spcBef>
              <a:spcAft>
                <a:spcPts val="0"/>
              </a:spcAft>
              <a:buClr>
                <a:schemeClr val="dk1"/>
              </a:buClr>
              <a:buSzPts val="1700"/>
              <a:buFont typeface="Lato"/>
              <a:buNone/>
              <a:defRPr sz="1600">
                <a:solidFill>
                  <a:schemeClr val="dk1"/>
                </a:solidFill>
              </a:defRPr>
            </a:lvl2pPr>
            <a:lvl3pPr lvl="2">
              <a:spcBef>
                <a:spcPts val="1000"/>
              </a:spcBef>
              <a:spcAft>
                <a:spcPts val="0"/>
              </a:spcAft>
              <a:buClr>
                <a:schemeClr val="dk1"/>
              </a:buClr>
              <a:buSzPts val="1700"/>
              <a:buFont typeface="Lato"/>
              <a:buNone/>
              <a:defRPr sz="1600">
                <a:solidFill>
                  <a:schemeClr val="dk1"/>
                </a:solidFill>
              </a:defRPr>
            </a:lvl3pPr>
            <a:lvl4pPr lvl="3">
              <a:spcBef>
                <a:spcPts val="1000"/>
              </a:spcBef>
              <a:spcAft>
                <a:spcPts val="0"/>
              </a:spcAft>
              <a:buClr>
                <a:schemeClr val="dk1"/>
              </a:buClr>
              <a:buSzPts val="1700"/>
              <a:buFont typeface="Lato"/>
              <a:buNone/>
              <a:defRPr sz="1600">
                <a:solidFill>
                  <a:schemeClr val="dk1"/>
                </a:solidFill>
              </a:defRPr>
            </a:lvl4pPr>
            <a:lvl5pPr lvl="4">
              <a:spcBef>
                <a:spcPts val="1000"/>
              </a:spcBef>
              <a:spcAft>
                <a:spcPts val="0"/>
              </a:spcAft>
              <a:buClr>
                <a:schemeClr val="dk1"/>
              </a:buClr>
              <a:buSzPts val="1700"/>
              <a:buFont typeface="Lato"/>
              <a:buNone/>
              <a:defRPr sz="1600">
                <a:solidFill>
                  <a:schemeClr val="dk1"/>
                </a:solidFill>
              </a:defRPr>
            </a:lvl5pPr>
            <a:lvl6pPr lvl="5">
              <a:spcBef>
                <a:spcPts val="1000"/>
              </a:spcBef>
              <a:spcAft>
                <a:spcPts val="0"/>
              </a:spcAft>
              <a:buClr>
                <a:schemeClr val="dk1"/>
              </a:buClr>
              <a:buSzPts val="1700"/>
              <a:buFont typeface="Lato"/>
              <a:buNone/>
              <a:defRPr sz="1600">
                <a:solidFill>
                  <a:schemeClr val="dk1"/>
                </a:solidFill>
              </a:defRPr>
            </a:lvl6pPr>
            <a:lvl7pPr lvl="6">
              <a:spcBef>
                <a:spcPts val="1000"/>
              </a:spcBef>
              <a:spcAft>
                <a:spcPts val="0"/>
              </a:spcAft>
              <a:buClr>
                <a:schemeClr val="dk1"/>
              </a:buClr>
              <a:buSzPts val="1700"/>
              <a:buFont typeface="Lato"/>
              <a:buNone/>
              <a:defRPr sz="1600">
                <a:solidFill>
                  <a:schemeClr val="dk1"/>
                </a:solidFill>
              </a:defRPr>
            </a:lvl7pPr>
            <a:lvl8pPr lvl="7">
              <a:spcBef>
                <a:spcPts val="1000"/>
              </a:spcBef>
              <a:spcAft>
                <a:spcPts val="0"/>
              </a:spcAft>
              <a:buClr>
                <a:schemeClr val="dk1"/>
              </a:buClr>
              <a:buSzPts val="1700"/>
              <a:buFont typeface="Lato"/>
              <a:buNone/>
              <a:defRPr sz="1600">
                <a:solidFill>
                  <a:schemeClr val="dk1"/>
                </a:solidFill>
              </a:defRPr>
            </a:lvl8pPr>
            <a:lvl9pPr lvl="8">
              <a:spcBef>
                <a:spcPts val="1000"/>
              </a:spcBef>
              <a:spcAft>
                <a:spcPts val="1000"/>
              </a:spcAft>
              <a:buClr>
                <a:schemeClr val="dk1"/>
              </a:buClr>
              <a:buSzPts val="1700"/>
              <a:buFont typeface="Lato"/>
              <a:buNone/>
              <a:defRPr sz="1600">
                <a:solidFill>
                  <a:schemeClr val="dk1"/>
                </a:solidFill>
              </a:defRPr>
            </a:lvl9pPr>
          </a:lstStyle>
          <a:p/>
        </p:txBody>
      </p:sp>
      <p:sp>
        <p:nvSpPr>
          <p:cNvPr id="1127" name="Google Shape;1127;p71"/>
          <p:cNvSpPr txBox="1"/>
          <p:nvPr>
            <p:ph type="title"/>
          </p:nvPr>
        </p:nvSpPr>
        <p:spPr>
          <a:xfrm>
            <a:off x="459325" y="1827800"/>
            <a:ext cx="3977700" cy="61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2800"/>
              <a:buNone/>
              <a:defRPr sz="1000">
                <a:latin typeface="Lato"/>
                <a:ea typeface="Lato"/>
                <a:cs typeface="Lato"/>
                <a:sym typeface="Lato"/>
              </a:defRPr>
            </a:lvl1pPr>
            <a:lvl2pPr lvl="1">
              <a:lnSpc>
                <a:spcPct val="100000"/>
              </a:lnSpc>
              <a:spcBef>
                <a:spcPts val="0"/>
              </a:spcBef>
              <a:spcAft>
                <a:spcPts val="0"/>
              </a:spcAft>
              <a:buClr>
                <a:schemeClr val="dk1"/>
              </a:buClr>
              <a:buSzPts val="2800"/>
              <a:buNone/>
              <a:defRPr sz="1000">
                <a:latin typeface="Lato"/>
                <a:ea typeface="Lato"/>
                <a:cs typeface="Lato"/>
                <a:sym typeface="Lato"/>
              </a:defRPr>
            </a:lvl2pPr>
            <a:lvl3pPr lvl="2">
              <a:lnSpc>
                <a:spcPct val="100000"/>
              </a:lnSpc>
              <a:spcBef>
                <a:spcPts val="0"/>
              </a:spcBef>
              <a:spcAft>
                <a:spcPts val="0"/>
              </a:spcAft>
              <a:buClr>
                <a:schemeClr val="dk1"/>
              </a:buClr>
              <a:buSzPts val="2800"/>
              <a:buNone/>
              <a:defRPr sz="1000">
                <a:latin typeface="Lato"/>
                <a:ea typeface="Lato"/>
                <a:cs typeface="Lato"/>
                <a:sym typeface="Lato"/>
              </a:defRPr>
            </a:lvl3pPr>
            <a:lvl4pPr lvl="3">
              <a:lnSpc>
                <a:spcPct val="100000"/>
              </a:lnSpc>
              <a:spcBef>
                <a:spcPts val="0"/>
              </a:spcBef>
              <a:spcAft>
                <a:spcPts val="0"/>
              </a:spcAft>
              <a:buClr>
                <a:schemeClr val="dk1"/>
              </a:buClr>
              <a:buSzPts val="2800"/>
              <a:buNone/>
              <a:defRPr sz="1000">
                <a:latin typeface="Lato"/>
                <a:ea typeface="Lato"/>
                <a:cs typeface="Lato"/>
                <a:sym typeface="Lato"/>
              </a:defRPr>
            </a:lvl4pPr>
            <a:lvl5pPr lvl="4">
              <a:lnSpc>
                <a:spcPct val="100000"/>
              </a:lnSpc>
              <a:spcBef>
                <a:spcPts val="0"/>
              </a:spcBef>
              <a:spcAft>
                <a:spcPts val="0"/>
              </a:spcAft>
              <a:buClr>
                <a:schemeClr val="dk1"/>
              </a:buClr>
              <a:buSzPts val="2800"/>
              <a:buNone/>
              <a:defRPr sz="1000">
                <a:latin typeface="Lato"/>
                <a:ea typeface="Lato"/>
                <a:cs typeface="Lato"/>
                <a:sym typeface="Lato"/>
              </a:defRPr>
            </a:lvl5pPr>
            <a:lvl6pPr lvl="5">
              <a:lnSpc>
                <a:spcPct val="100000"/>
              </a:lnSpc>
              <a:spcBef>
                <a:spcPts val="0"/>
              </a:spcBef>
              <a:spcAft>
                <a:spcPts val="0"/>
              </a:spcAft>
              <a:buClr>
                <a:schemeClr val="dk1"/>
              </a:buClr>
              <a:buSzPts val="2800"/>
              <a:buNone/>
              <a:defRPr sz="1000">
                <a:latin typeface="Lato"/>
                <a:ea typeface="Lato"/>
                <a:cs typeface="Lato"/>
                <a:sym typeface="Lato"/>
              </a:defRPr>
            </a:lvl6pPr>
            <a:lvl7pPr lvl="6">
              <a:lnSpc>
                <a:spcPct val="100000"/>
              </a:lnSpc>
              <a:spcBef>
                <a:spcPts val="0"/>
              </a:spcBef>
              <a:spcAft>
                <a:spcPts val="0"/>
              </a:spcAft>
              <a:buClr>
                <a:schemeClr val="dk1"/>
              </a:buClr>
              <a:buSzPts val="2800"/>
              <a:buNone/>
              <a:defRPr sz="1000">
                <a:latin typeface="Lato"/>
                <a:ea typeface="Lato"/>
                <a:cs typeface="Lato"/>
                <a:sym typeface="Lato"/>
              </a:defRPr>
            </a:lvl7pPr>
            <a:lvl8pPr lvl="7">
              <a:lnSpc>
                <a:spcPct val="100000"/>
              </a:lnSpc>
              <a:spcBef>
                <a:spcPts val="0"/>
              </a:spcBef>
              <a:spcAft>
                <a:spcPts val="0"/>
              </a:spcAft>
              <a:buClr>
                <a:schemeClr val="dk1"/>
              </a:buClr>
              <a:buSzPts val="2800"/>
              <a:buNone/>
              <a:defRPr sz="1000">
                <a:latin typeface="Lato"/>
                <a:ea typeface="Lato"/>
                <a:cs typeface="Lato"/>
                <a:sym typeface="Lato"/>
              </a:defRPr>
            </a:lvl8pPr>
            <a:lvl9pPr lvl="8">
              <a:lnSpc>
                <a:spcPct val="100000"/>
              </a:lnSpc>
              <a:spcBef>
                <a:spcPts val="0"/>
              </a:spcBef>
              <a:spcAft>
                <a:spcPts val="0"/>
              </a:spcAft>
              <a:buClr>
                <a:schemeClr val="dk1"/>
              </a:buClr>
              <a:buSzPts val="2800"/>
              <a:buNone/>
              <a:defRPr sz="1000">
                <a:latin typeface="Lato"/>
                <a:ea typeface="Lato"/>
                <a:cs typeface="Lato"/>
                <a:sym typeface="Lato"/>
              </a:defRPr>
            </a:lvl9pPr>
          </a:lstStyle>
          <a:p/>
        </p:txBody>
      </p:sp>
      <p:sp>
        <p:nvSpPr>
          <p:cNvPr id="1128" name="Google Shape;1128;p71"/>
          <p:cNvSpPr txBox="1"/>
          <p:nvPr>
            <p:ph idx="2" type="title"/>
          </p:nvPr>
        </p:nvSpPr>
        <p:spPr>
          <a:xfrm>
            <a:off x="6422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1129" name="Google Shape;1129;p71"/>
          <p:cNvSpPr txBox="1"/>
          <p:nvPr>
            <p:ph idx="3" type="title"/>
          </p:nvPr>
        </p:nvSpPr>
        <p:spPr>
          <a:xfrm>
            <a:off x="6396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1130" name="Google Shape;1130;p71"/>
          <p:cNvSpPr txBox="1"/>
          <p:nvPr>
            <p:ph idx="4" type="title"/>
          </p:nvPr>
        </p:nvSpPr>
        <p:spPr>
          <a:xfrm>
            <a:off x="3222225"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1131" name="Google Shape;1131;p71"/>
          <p:cNvSpPr txBox="1"/>
          <p:nvPr>
            <p:ph idx="5" type="title"/>
          </p:nvPr>
        </p:nvSpPr>
        <p:spPr>
          <a:xfrm>
            <a:off x="3219600"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1132" name="Google Shape;1132;p71"/>
          <p:cNvSpPr txBox="1"/>
          <p:nvPr>
            <p:ph idx="6" type="title"/>
          </p:nvPr>
        </p:nvSpPr>
        <p:spPr>
          <a:xfrm>
            <a:off x="5807450" y="2940425"/>
            <a:ext cx="1927500" cy="5745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1400"/>
              <a:buNone/>
              <a:defRPr b="1" sz="1400"/>
            </a:lvl1pPr>
            <a:lvl2pPr lvl="1">
              <a:spcBef>
                <a:spcPts val="0"/>
              </a:spcBef>
              <a:spcAft>
                <a:spcPts val="0"/>
              </a:spcAft>
              <a:buClr>
                <a:schemeClr val="dk1"/>
              </a:buClr>
              <a:buSzPts val="1400"/>
              <a:buNone/>
              <a:defRPr b="1" sz="1400">
                <a:latin typeface="Quantico"/>
                <a:ea typeface="Quantico"/>
                <a:cs typeface="Quantico"/>
                <a:sym typeface="Quantico"/>
              </a:defRPr>
            </a:lvl2pPr>
            <a:lvl3pPr lvl="2">
              <a:spcBef>
                <a:spcPts val="0"/>
              </a:spcBef>
              <a:spcAft>
                <a:spcPts val="0"/>
              </a:spcAft>
              <a:buClr>
                <a:schemeClr val="dk1"/>
              </a:buClr>
              <a:buSzPts val="1400"/>
              <a:buNone/>
              <a:defRPr b="1" sz="1400">
                <a:latin typeface="Quantico"/>
                <a:ea typeface="Quantico"/>
                <a:cs typeface="Quantico"/>
                <a:sym typeface="Quantico"/>
              </a:defRPr>
            </a:lvl3pPr>
            <a:lvl4pPr lvl="3">
              <a:spcBef>
                <a:spcPts val="0"/>
              </a:spcBef>
              <a:spcAft>
                <a:spcPts val="0"/>
              </a:spcAft>
              <a:buClr>
                <a:schemeClr val="dk1"/>
              </a:buClr>
              <a:buSzPts val="1400"/>
              <a:buNone/>
              <a:defRPr b="1" sz="1400">
                <a:latin typeface="Quantico"/>
                <a:ea typeface="Quantico"/>
                <a:cs typeface="Quantico"/>
                <a:sym typeface="Quantico"/>
              </a:defRPr>
            </a:lvl4pPr>
            <a:lvl5pPr lvl="4">
              <a:spcBef>
                <a:spcPts val="0"/>
              </a:spcBef>
              <a:spcAft>
                <a:spcPts val="0"/>
              </a:spcAft>
              <a:buClr>
                <a:schemeClr val="dk1"/>
              </a:buClr>
              <a:buSzPts val="1400"/>
              <a:buNone/>
              <a:defRPr b="1" sz="1400">
                <a:latin typeface="Quantico"/>
                <a:ea typeface="Quantico"/>
                <a:cs typeface="Quantico"/>
                <a:sym typeface="Quantico"/>
              </a:defRPr>
            </a:lvl5pPr>
            <a:lvl6pPr lvl="5">
              <a:spcBef>
                <a:spcPts val="0"/>
              </a:spcBef>
              <a:spcAft>
                <a:spcPts val="0"/>
              </a:spcAft>
              <a:buClr>
                <a:schemeClr val="dk1"/>
              </a:buClr>
              <a:buSzPts val="1400"/>
              <a:buNone/>
              <a:defRPr b="1" sz="1400">
                <a:latin typeface="Quantico"/>
                <a:ea typeface="Quantico"/>
                <a:cs typeface="Quantico"/>
                <a:sym typeface="Quantico"/>
              </a:defRPr>
            </a:lvl6pPr>
            <a:lvl7pPr lvl="6">
              <a:spcBef>
                <a:spcPts val="0"/>
              </a:spcBef>
              <a:spcAft>
                <a:spcPts val="0"/>
              </a:spcAft>
              <a:buClr>
                <a:schemeClr val="dk1"/>
              </a:buClr>
              <a:buSzPts val="1400"/>
              <a:buNone/>
              <a:defRPr b="1" sz="1400">
                <a:latin typeface="Quantico"/>
                <a:ea typeface="Quantico"/>
                <a:cs typeface="Quantico"/>
                <a:sym typeface="Quantico"/>
              </a:defRPr>
            </a:lvl7pPr>
            <a:lvl8pPr lvl="7">
              <a:spcBef>
                <a:spcPts val="0"/>
              </a:spcBef>
              <a:spcAft>
                <a:spcPts val="0"/>
              </a:spcAft>
              <a:buClr>
                <a:schemeClr val="dk1"/>
              </a:buClr>
              <a:buSzPts val="1400"/>
              <a:buNone/>
              <a:defRPr b="1" sz="1400">
                <a:latin typeface="Quantico"/>
                <a:ea typeface="Quantico"/>
                <a:cs typeface="Quantico"/>
                <a:sym typeface="Quantico"/>
              </a:defRPr>
            </a:lvl8pPr>
            <a:lvl9pPr lvl="8">
              <a:spcBef>
                <a:spcPts val="0"/>
              </a:spcBef>
              <a:spcAft>
                <a:spcPts val="0"/>
              </a:spcAft>
              <a:buClr>
                <a:schemeClr val="dk1"/>
              </a:buClr>
              <a:buSzPts val="1400"/>
              <a:buNone/>
              <a:defRPr b="1" sz="1400">
                <a:latin typeface="Quantico"/>
                <a:ea typeface="Quantico"/>
                <a:cs typeface="Quantico"/>
                <a:sym typeface="Quantico"/>
              </a:defRPr>
            </a:lvl9pPr>
          </a:lstStyle>
          <a:p/>
        </p:txBody>
      </p:sp>
      <p:sp>
        <p:nvSpPr>
          <p:cNvPr id="1133" name="Google Shape;1133;p71"/>
          <p:cNvSpPr txBox="1"/>
          <p:nvPr>
            <p:ph idx="7" type="title"/>
          </p:nvPr>
        </p:nvSpPr>
        <p:spPr>
          <a:xfrm>
            <a:off x="5804825" y="3619500"/>
            <a:ext cx="2212500" cy="1113300"/>
          </a:xfrm>
          <a:prstGeom prst="rect">
            <a:avLst/>
          </a:prstGeom>
        </p:spPr>
        <p:txBody>
          <a:bodyPr anchorCtr="0" anchor="t" bIns="0" lIns="0" spcFirstLastPara="1" rIns="91425" wrap="square" tIns="0">
            <a:noAutofit/>
          </a:bodyPr>
          <a:lstStyle>
            <a:lvl1pPr lvl="0">
              <a:lnSpc>
                <a:spcPct val="150000"/>
              </a:lnSpc>
              <a:spcBef>
                <a:spcPts val="0"/>
              </a:spcBef>
              <a:spcAft>
                <a:spcPts val="0"/>
              </a:spcAft>
              <a:buClr>
                <a:schemeClr val="dk1"/>
              </a:buClr>
              <a:buSzPts val="2800"/>
              <a:buNone/>
              <a:defRPr sz="1000">
                <a:latin typeface="Lato"/>
                <a:ea typeface="Lato"/>
                <a:cs typeface="Lato"/>
                <a:sym typeface="Lato"/>
              </a:defRPr>
            </a:lvl1pPr>
            <a:lvl2pPr lvl="1">
              <a:lnSpc>
                <a:spcPct val="150000"/>
              </a:lnSpc>
              <a:spcBef>
                <a:spcPts val="0"/>
              </a:spcBef>
              <a:spcAft>
                <a:spcPts val="0"/>
              </a:spcAft>
              <a:buClr>
                <a:schemeClr val="dk1"/>
              </a:buClr>
              <a:buSzPts val="2800"/>
              <a:buNone/>
              <a:defRPr sz="1000">
                <a:latin typeface="Lato"/>
                <a:ea typeface="Lato"/>
                <a:cs typeface="Lato"/>
                <a:sym typeface="Lato"/>
              </a:defRPr>
            </a:lvl2pPr>
            <a:lvl3pPr lvl="2">
              <a:lnSpc>
                <a:spcPct val="150000"/>
              </a:lnSpc>
              <a:spcBef>
                <a:spcPts val="0"/>
              </a:spcBef>
              <a:spcAft>
                <a:spcPts val="0"/>
              </a:spcAft>
              <a:buClr>
                <a:schemeClr val="dk1"/>
              </a:buClr>
              <a:buSzPts val="2800"/>
              <a:buNone/>
              <a:defRPr sz="1000">
                <a:latin typeface="Lato"/>
                <a:ea typeface="Lato"/>
                <a:cs typeface="Lato"/>
                <a:sym typeface="Lato"/>
              </a:defRPr>
            </a:lvl3pPr>
            <a:lvl4pPr lvl="3">
              <a:lnSpc>
                <a:spcPct val="150000"/>
              </a:lnSpc>
              <a:spcBef>
                <a:spcPts val="0"/>
              </a:spcBef>
              <a:spcAft>
                <a:spcPts val="0"/>
              </a:spcAft>
              <a:buClr>
                <a:schemeClr val="dk1"/>
              </a:buClr>
              <a:buSzPts val="2800"/>
              <a:buNone/>
              <a:defRPr sz="1000">
                <a:latin typeface="Lato"/>
                <a:ea typeface="Lato"/>
                <a:cs typeface="Lato"/>
                <a:sym typeface="Lato"/>
              </a:defRPr>
            </a:lvl4pPr>
            <a:lvl5pPr lvl="4">
              <a:lnSpc>
                <a:spcPct val="150000"/>
              </a:lnSpc>
              <a:spcBef>
                <a:spcPts val="0"/>
              </a:spcBef>
              <a:spcAft>
                <a:spcPts val="0"/>
              </a:spcAft>
              <a:buClr>
                <a:schemeClr val="dk1"/>
              </a:buClr>
              <a:buSzPts val="2800"/>
              <a:buNone/>
              <a:defRPr sz="1000">
                <a:latin typeface="Lato"/>
                <a:ea typeface="Lato"/>
                <a:cs typeface="Lato"/>
                <a:sym typeface="Lato"/>
              </a:defRPr>
            </a:lvl5pPr>
            <a:lvl6pPr lvl="5">
              <a:lnSpc>
                <a:spcPct val="150000"/>
              </a:lnSpc>
              <a:spcBef>
                <a:spcPts val="0"/>
              </a:spcBef>
              <a:spcAft>
                <a:spcPts val="0"/>
              </a:spcAft>
              <a:buClr>
                <a:schemeClr val="dk1"/>
              </a:buClr>
              <a:buSzPts val="2800"/>
              <a:buNone/>
              <a:defRPr sz="1000">
                <a:latin typeface="Lato"/>
                <a:ea typeface="Lato"/>
                <a:cs typeface="Lato"/>
                <a:sym typeface="Lato"/>
              </a:defRPr>
            </a:lvl6pPr>
            <a:lvl7pPr lvl="6">
              <a:lnSpc>
                <a:spcPct val="150000"/>
              </a:lnSpc>
              <a:spcBef>
                <a:spcPts val="0"/>
              </a:spcBef>
              <a:spcAft>
                <a:spcPts val="0"/>
              </a:spcAft>
              <a:buClr>
                <a:schemeClr val="dk1"/>
              </a:buClr>
              <a:buSzPts val="2800"/>
              <a:buNone/>
              <a:defRPr sz="1000">
                <a:latin typeface="Lato"/>
                <a:ea typeface="Lato"/>
                <a:cs typeface="Lato"/>
                <a:sym typeface="Lato"/>
              </a:defRPr>
            </a:lvl7pPr>
            <a:lvl8pPr lvl="7">
              <a:lnSpc>
                <a:spcPct val="150000"/>
              </a:lnSpc>
              <a:spcBef>
                <a:spcPts val="0"/>
              </a:spcBef>
              <a:spcAft>
                <a:spcPts val="0"/>
              </a:spcAft>
              <a:buClr>
                <a:schemeClr val="dk1"/>
              </a:buClr>
              <a:buSzPts val="2800"/>
              <a:buNone/>
              <a:defRPr sz="1000">
                <a:latin typeface="Lato"/>
                <a:ea typeface="Lato"/>
                <a:cs typeface="Lato"/>
                <a:sym typeface="Lato"/>
              </a:defRPr>
            </a:lvl8pPr>
            <a:lvl9pPr lvl="8">
              <a:lnSpc>
                <a:spcPct val="150000"/>
              </a:lnSpc>
              <a:spcBef>
                <a:spcPts val="0"/>
              </a:spcBef>
              <a:spcAft>
                <a:spcPts val="0"/>
              </a:spcAft>
              <a:buClr>
                <a:schemeClr val="dk1"/>
              </a:buClr>
              <a:buSzPts val="2800"/>
              <a:buNone/>
              <a:defRPr sz="1000">
                <a:latin typeface="Lato"/>
                <a:ea typeface="Lato"/>
                <a:cs typeface="Lato"/>
                <a:sym typeface="Lato"/>
              </a:defRPr>
            </a:lvl9pPr>
          </a:lstStyle>
          <a:p/>
        </p:txBody>
      </p:sp>
      <p:sp>
        <p:nvSpPr>
          <p:cNvPr id="1134" name="Google Shape;1134;p71"/>
          <p:cNvSpPr txBox="1"/>
          <p:nvPr>
            <p:ph idx="8" type="title"/>
          </p:nvPr>
        </p:nvSpPr>
        <p:spPr>
          <a:xfrm>
            <a:off x="459325" y="788000"/>
            <a:ext cx="46482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3">
  <p:cSld name="CUSTOM_5_1_1_1_2">
    <p:bg>
      <p:bgPr>
        <a:solidFill>
          <a:schemeClr val="lt1"/>
        </a:solidFill>
      </p:bgPr>
    </p:bg>
    <p:spTree>
      <p:nvGrpSpPr>
        <p:cNvPr id="1135" name="Shape 1135"/>
        <p:cNvGrpSpPr/>
        <p:nvPr/>
      </p:nvGrpSpPr>
      <p:grpSpPr>
        <a:xfrm>
          <a:off x="0" y="0"/>
          <a:ext cx="0" cy="0"/>
          <a:chOff x="0" y="0"/>
          <a:chExt cx="0" cy="0"/>
        </a:xfrm>
      </p:grpSpPr>
      <p:sp>
        <p:nvSpPr>
          <p:cNvPr id="1136" name="Google Shape;1136;p72"/>
          <p:cNvSpPr txBox="1"/>
          <p:nvPr/>
        </p:nvSpPr>
        <p:spPr>
          <a:xfrm>
            <a:off x="8578200" y="4960647"/>
            <a:ext cx="281100" cy="1077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500"/>
              <a:buFont typeface="Arial"/>
              <a:buNone/>
            </a:pPr>
            <a:fld id="{00000000-1234-1234-1234-123412341234}" type="slidenum">
              <a:rPr lang="en" sz="500">
                <a:solidFill>
                  <a:schemeClr val="dk2"/>
                </a:solidFill>
                <a:latin typeface="Lato"/>
                <a:ea typeface="Lato"/>
                <a:cs typeface="Lato"/>
                <a:sym typeface="Lato"/>
              </a:rPr>
              <a:t>‹#›</a:t>
            </a:fld>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a:p>
            <a:pPr indent="0" lvl="0" marL="0" rtl="0" algn="r">
              <a:lnSpc>
                <a:spcPct val="150000"/>
              </a:lnSpc>
              <a:spcBef>
                <a:spcPts val="0"/>
              </a:spcBef>
              <a:spcAft>
                <a:spcPts val="0"/>
              </a:spcAft>
              <a:buSzPts val="500"/>
              <a:buNone/>
            </a:pPr>
            <a:r>
              <a:t/>
            </a:r>
            <a:endParaRPr sz="500">
              <a:solidFill>
                <a:schemeClr val="dk2"/>
              </a:solidFill>
              <a:latin typeface="Lato"/>
              <a:ea typeface="Lato"/>
              <a:cs typeface="Lato"/>
              <a:sym typeface="Lato"/>
            </a:endParaRPr>
          </a:p>
        </p:txBody>
      </p:sp>
      <p:sp>
        <p:nvSpPr>
          <p:cNvPr id="1137" name="Google Shape;1137;p72"/>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138" name="Google Shape;1138;p72"/>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1139" name="Google Shape;1139;p72"/>
          <p:cNvSpPr txBox="1"/>
          <p:nvPr>
            <p:ph idx="2" type="title"/>
          </p:nvPr>
        </p:nvSpPr>
        <p:spPr>
          <a:xfrm>
            <a:off x="423025" y="2331750"/>
            <a:ext cx="16002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1140" name="Google Shape;1140;p72"/>
          <p:cNvSpPr txBox="1"/>
          <p:nvPr>
            <p:ph idx="3" type="body"/>
          </p:nvPr>
        </p:nvSpPr>
        <p:spPr>
          <a:xfrm>
            <a:off x="423025" y="2733050"/>
            <a:ext cx="16002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1141" name="Google Shape;1141;p72"/>
          <p:cNvSpPr txBox="1"/>
          <p:nvPr>
            <p:ph idx="4" type="title"/>
          </p:nvPr>
        </p:nvSpPr>
        <p:spPr>
          <a:xfrm>
            <a:off x="256857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1142" name="Google Shape;1142;p72"/>
          <p:cNvSpPr txBox="1"/>
          <p:nvPr>
            <p:ph idx="5" type="body"/>
          </p:nvPr>
        </p:nvSpPr>
        <p:spPr>
          <a:xfrm>
            <a:off x="2568575"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1143" name="Google Shape;1143;p72"/>
          <p:cNvSpPr txBox="1"/>
          <p:nvPr>
            <p:ph idx="6" type="title"/>
          </p:nvPr>
        </p:nvSpPr>
        <p:spPr>
          <a:xfrm>
            <a:off x="4751950"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1144" name="Google Shape;1144;p72"/>
          <p:cNvSpPr txBox="1"/>
          <p:nvPr>
            <p:ph idx="7" type="body"/>
          </p:nvPr>
        </p:nvSpPr>
        <p:spPr>
          <a:xfrm>
            <a:off x="475195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
        <p:nvSpPr>
          <p:cNvPr id="1145" name="Google Shape;1145;p72"/>
          <p:cNvSpPr txBox="1"/>
          <p:nvPr>
            <p:ph idx="8" type="title"/>
          </p:nvPr>
        </p:nvSpPr>
        <p:spPr>
          <a:xfrm>
            <a:off x="6909425" y="2331750"/>
            <a:ext cx="1722300" cy="252000"/>
          </a:xfrm>
          <a:prstGeom prst="rect">
            <a:avLst/>
          </a:prstGeom>
        </p:spPr>
        <p:txBody>
          <a:bodyPr anchorCtr="0" anchor="ctr" bIns="0" lIns="0" spcFirstLastPara="1" rIns="91425" wrap="square" tIns="0">
            <a:noAutofit/>
          </a:bodyPr>
          <a:lstStyle>
            <a:lvl1pPr lvl="0">
              <a:spcBef>
                <a:spcPts val="0"/>
              </a:spcBef>
              <a:spcAft>
                <a:spcPts val="0"/>
              </a:spcAft>
              <a:buClr>
                <a:schemeClr val="accent6"/>
              </a:buClr>
              <a:buSzPts val="1200"/>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p:txBody>
      </p:sp>
      <p:sp>
        <p:nvSpPr>
          <p:cNvPr id="1146" name="Google Shape;1146;p72"/>
          <p:cNvSpPr txBox="1"/>
          <p:nvPr>
            <p:ph idx="9" type="body"/>
          </p:nvPr>
        </p:nvSpPr>
        <p:spPr>
          <a:xfrm>
            <a:off x="6855900" y="2733050"/>
            <a:ext cx="1722300" cy="1957200"/>
          </a:xfrm>
          <a:prstGeom prst="rect">
            <a:avLst/>
          </a:prstGeom>
        </p:spPr>
        <p:txBody>
          <a:bodyPr anchorCtr="0" anchor="t" bIns="0" lIns="0" spcFirstLastPara="1" rIns="0" wrap="square" tIns="0">
            <a:normAutofit/>
          </a:bodyPr>
          <a:lstStyle>
            <a:lvl1pPr indent="-285750" lvl="0" marL="457200">
              <a:lnSpc>
                <a:spcPct val="115000"/>
              </a:lnSpc>
              <a:spcBef>
                <a:spcPts val="0"/>
              </a:spcBef>
              <a:spcAft>
                <a:spcPts val="0"/>
              </a:spcAft>
              <a:buClr>
                <a:schemeClr val="accent6"/>
              </a:buClr>
              <a:buSzPts val="900"/>
              <a:buChar char="●"/>
              <a:defRPr sz="900">
                <a:solidFill>
                  <a:schemeClr val="accent6"/>
                </a:solidFill>
              </a:defRPr>
            </a:lvl1pPr>
            <a:lvl2pPr indent="-285750" lvl="1" marL="914400">
              <a:lnSpc>
                <a:spcPct val="115000"/>
              </a:lnSpc>
              <a:spcBef>
                <a:spcPts val="1000"/>
              </a:spcBef>
              <a:spcAft>
                <a:spcPts val="0"/>
              </a:spcAft>
              <a:buClr>
                <a:schemeClr val="accent6"/>
              </a:buClr>
              <a:buSzPts val="900"/>
              <a:buChar char="○"/>
              <a:defRPr sz="900">
                <a:solidFill>
                  <a:schemeClr val="accent6"/>
                </a:solidFill>
              </a:defRPr>
            </a:lvl2pPr>
            <a:lvl3pPr indent="-285750" lvl="2" marL="1371600">
              <a:lnSpc>
                <a:spcPct val="115000"/>
              </a:lnSpc>
              <a:spcBef>
                <a:spcPts val="1000"/>
              </a:spcBef>
              <a:spcAft>
                <a:spcPts val="0"/>
              </a:spcAft>
              <a:buClr>
                <a:schemeClr val="accent6"/>
              </a:buClr>
              <a:buSzPts val="900"/>
              <a:buChar char="■"/>
              <a:defRPr sz="900">
                <a:solidFill>
                  <a:schemeClr val="accent6"/>
                </a:solidFill>
              </a:defRPr>
            </a:lvl3pPr>
            <a:lvl4pPr indent="-285750" lvl="3" marL="1828800">
              <a:lnSpc>
                <a:spcPct val="115000"/>
              </a:lnSpc>
              <a:spcBef>
                <a:spcPts val="1000"/>
              </a:spcBef>
              <a:spcAft>
                <a:spcPts val="0"/>
              </a:spcAft>
              <a:buClr>
                <a:schemeClr val="accent6"/>
              </a:buClr>
              <a:buSzPts val="900"/>
              <a:buChar char="●"/>
              <a:defRPr sz="900">
                <a:solidFill>
                  <a:schemeClr val="accent6"/>
                </a:solidFill>
              </a:defRPr>
            </a:lvl4pPr>
            <a:lvl5pPr indent="-285750" lvl="4" marL="2286000">
              <a:lnSpc>
                <a:spcPct val="115000"/>
              </a:lnSpc>
              <a:spcBef>
                <a:spcPts val="1000"/>
              </a:spcBef>
              <a:spcAft>
                <a:spcPts val="0"/>
              </a:spcAft>
              <a:buClr>
                <a:schemeClr val="accent6"/>
              </a:buClr>
              <a:buSzPts val="900"/>
              <a:buChar char="○"/>
              <a:defRPr sz="900">
                <a:solidFill>
                  <a:schemeClr val="accent6"/>
                </a:solidFill>
              </a:defRPr>
            </a:lvl5pPr>
            <a:lvl6pPr indent="-285750" lvl="5" marL="2743200">
              <a:lnSpc>
                <a:spcPct val="115000"/>
              </a:lnSpc>
              <a:spcBef>
                <a:spcPts val="1000"/>
              </a:spcBef>
              <a:spcAft>
                <a:spcPts val="0"/>
              </a:spcAft>
              <a:buClr>
                <a:schemeClr val="accent6"/>
              </a:buClr>
              <a:buSzPts val="900"/>
              <a:buChar char="■"/>
              <a:defRPr sz="900">
                <a:solidFill>
                  <a:schemeClr val="accent6"/>
                </a:solidFill>
              </a:defRPr>
            </a:lvl6pPr>
            <a:lvl7pPr indent="-285750" lvl="6" marL="3200400">
              <a:lnSpc>
                <a:spcPct val="115000"/>
              </a:lnSpc>
              <a:spcBef>
                <a:spcPts val="1000"/>
              </a:spcBef>
              <a:spcAft>
                <a:spcPts val="0"/>
              </a:spcAft>
              <a:buClr>
                <a:schemeClr val="accent6"/>
              </a:buClr>
              <a:buSzPts val="900"/>
              <a:buChar char="●"/>
              <a:defRPr sz="900">
                <a:solidFill>
                  <a:schemeClr val="accent6"/>
                </a:solidFill>
              </a:defRPr>
            </a:lvl7pPr>
            <a:lvl8pPr indent="-285750" lvl="7" marL="3657600">
              <a:lnSpc>
                <a:spcPct val="115000"/>
              </a:lnSpc>
              <a:spcBef>
                <a:spcPts val="1000"/>
              </a:spcBef>
              <a:spcAft>
                <a:spcPts val="0"/>
              </a:spcAft>
              <a:buClr>
                <a:schemeClr val="accent6"/>
              </a:buClr>
              <a:buSzPts val="900"/>
              <a:buChar char="○"/>
              <a:defRPr sz="900">
                <a:solidFill>
                  <a:schemeClr val="accent6"/>
                </a:solidFill>
              </a:defRPr>
            </a:lvl8pPr>
            <a:lvl9pPr indent="-285750" lvl="8" marL="4114800">
              <a:lnSpc>
                <a:spcPct val="115000"/>
              </a:lnSpc>
              <a:spcBef>
                <a:spcPts val="1000"/>
              </a:spcBef>
              <a:spcAft>
                <a:spcPts val="1000"/>
              </a:spcAft>
              <a:buClr>
                <a:schemeClr val="accent6"/>
              </a:buClr>
              <a:buSzPts val="900"/>
              <a:buChar char="■"/>
              <a:defRPr sz="900">
                <a:solidFill>
                  <a:schemeClr val="accent6"/>
                </a:solidFill>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to-market ideas - ALT 2">
  <p:cSld name="CUSTOM_5_1_1_1_3">
    <p:bg>
      <p:bgPr>
        <a:solidFill>
          <a:schemeClr val="lt1"/>
        </a:solidFill>
      </p:bgPr>
    </p:bg>
    <p:spTree>
      <p:nvGrpSpPr>
        <p:cNvPr id="1147" name="Shape 1147"/>
        <p:cNvGrpSpPr/>
        <p:nvPr/>
      </p:nvGrpSpPr>
      <p:grpSpPr>
        <a:xfrm>
          <a:off x="0" y="0"/>
          <a:ext cx="0" cy="0"/>
          <a:chOff x="0" y="0"/>
          <a:chExt cx="0" cy="0"/>
        </a:xfrm>
      </p:grpSpPr>
      <p:sp>
        <p:nvSpPr>
          <p:cNvPr id="1148" name="Google Shape;1148;p73"/>
          <p:cNvSpPr txBox="1"/>
          <p:nvPr>
            <p:ph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149" name="Google Shape;1149;p73"/>
          <p:cNvSpPr txBox="1"/>
          <p:nvPr>
            <p:ph idx="1" type="subTitle"/>
          </p:nvPr>
        </p:nvSpPr>
        <p:spPr>
          <a:xfrm>
            <a:off x="446900" y="397650"/>
            <a:ext cx="5344500" cy="574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1150" name="Google Shape;1150;p73"/>
          <p:cNvSpPr txBox="1"/>
          <p:nvPr>
            <p:ph idx="2" type="subTitle"/>
          </p:nvPr>
        </p:nvSpPr>
        <p:spPr>
          <a:xfrm>
            <a:off x="705575" y="23879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1151" name="Google Shape;1151;p73"/>
          <p:cNvSpPr txBox="1"/>
          <p:nvPr>
            <p:ph idx="3" type="subTitle"/>
          </p:nvPr>
        </p:nvSpPr>
        <p:spPr>
          <a:xfrm>
            <a:off x="705575" y="2948575"/>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1152" name="Google Shape;1152;p73"/>
          <p:cNvSpPr txBox="1"/>
          <p:nvPr>
            <p:ph idx="4" type="subTitle"/>
          </p:nvPr>
        </p:nvSpPr>
        <p:spPr>
          <a:xfrm>
            <a:off x="705575" y="3518838"/>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1153" name="Google Shape;1153;p73"/>
          <p:cNvSpPr txBox="1"/>
          <p:nvPr>
            <p:ph idx="5" type="subTitle"/>
          </p:nvPr>
        </p:nvSpPr>
        <p:spPr>
          <a:xfrm>
            <a:off x="705575" y="409260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1154" name="Google Shape;1154;p73"/>
          <p:cNvSpPr txBox="1"/>
          <p:nvPr>
            <p:ph idx="6" type="subTitle"/>
          </p:nvPr>
        </p:nvSpPr>
        <p:spPr>
          <a:xfrm>
            <a:off x="705575" y="4654250"/>
            <a:ext cx="1236900" cy="391500"/>
          </a:xfrm>
          <a:prstGeom prst="rect">
            <a:avLst/>
          </a:prstGeom>
        </p:spPr>
        <p:txBody>
          <a:bodyPr anchorCtr="0" anchor="ctr" bIns="0" lIns="0" spcFirstLastPara="1" rIns="91425" wrap="square" tIns="0">
            <a:noAutofit/>
          </a:bodyPr>
          <a:lstStyle>
            <a:lvl1pPr lvl="0">
              <a:lnSpc>
                <a:spcPct val="100000"/>
              </a:lnSpc>
              <a:spcBef>
                <a:spcPts val="0"/>
              </a:spcBef>
              <a:spcAft>
                <a:spcPts val="0"/>
              </a:spcAft>
              <a:buClr>
                <a:schemeClr val="accent6"/>
              </a:buClr>
              <a:buSzPts val="900"/>
              <a:buNone/>
              <a:defRPr sz="900">
                <a:solidFill>
                  <a:schemeClr val="accent6"/>
                </a:solidFill>
              </a:defRPr>
            </a:lvl1pPr>
            <a:lvl2pPr lvl="1">
              <a:lnSpc>
                <a:spcPct val="100000"/>
              </a:lnSpc>
              <a:spcBef>
                <a:spcPts val="1000"/>
              </a:spcBef>
              <a:spcAft>
                <a:spcPts val="0"/>
              </a:spcAft>
              <a:buClr>
                <a:schemeClr val="accent6"/>
              </a:buClr>
              <a:buSzPts val="900"/>
              <a:buNone/>
              <a:defRPr sz="900">
                <a:solidFill>
                  <a:schemeClr val="accent6"/>
                </a:solidFill>
              </a:defRPr>
            </a:lvl2pPr>
            <a:lvl3pPr lvl="2">
              <a:lnSpc>
                <a:spcPct val="100000"/>
              </a:lnSpc>
              <a:spcBef>
                <a:spcPts val="1000"/>
              </a:spcBef>
              <a:spcAft>
                <a:spcPts val="0"/>
              </a:spcAft>
              <a:buClr>
                <a:schemeClr val="accent6"/>
              </a:buClr>
              <a:buSzPts val="900"/>
              <a:buNone/>
              <a:defRPr sz="900">
                <a:solidFill>
                  <a:schemeClr val="accent6"/>
                </a:solidFill>
              </a:defRPr>
            </a:lvl3pPr>
            <a:lvl4pPr lvl="3">
              <a:lnSpc>
                <a:spcPct val="100000"/>
              </a:lnSpc>
              <a:spcBef>
                <a:spcPts val="1000"/>
              </a:spcBef>
              <a:spcAft>
                <a:spcPts val="0"/>
              </a:spcAft>
              <a:buClr>
                <a:schemeClr val="accent6"/>
              </a:buClr>
              <a:buSzPts val="900"/>
              <a:buNone/>
              <a:defRPr sz="900">
                <a:solidFill>
                  <a:schemeClr val="accent6"/>
                </a:solidFill>
              </a:defRPr>
            </a:lvl4pPr>
            <a:lvl5pPr lvl="4">
              <a:lnSpc>
                <a:spcPct val="100000"/>
              </a:lnSpc>
              <a:spcBef>
                <a:spcPts val="1000"/>
              </a:spcBef>
              <a:spcAft>
                <a:spcPts val="0"/>
              </a:spcAft>
              <a:buClr>
                <a:schemeClr val="accent6"/>
              </a:buClr>
              <a:buSzPts val="900"/>
              <a:buNone/>
              <a:defRPr sz="900">
                <a:solidFill>
                  <a:schemeClr val="accent6"/>
                </a:solidFill>
              </a:defRPr>
            </a:lvl5pPr>
            <a:lvl6pPr lvl="5">
              <a:lnSpc>
                <a:spcPct val="100000"/>
              </a:lnSpc>
              <a:spcBef>
                <a:spcPts val="1000"/>
              </a:spcBef>
              <a:spcAft>
                <a:spcPts val="0"/>
              </a:spcAft>
              <a:buClr>
                <a:schemeClr val="accent6"/>
              </a:buClr>
              <a:buSzPts val="900"/>
              <a:buNone/>
              <a:defRPr sz="900">
                <a:solidFill>
                  <a:schemeClr val="accent6"/>
                </a:solidFill>
              </a:defRPr>
            </a:lvl6pPr>
            <a:lvl7pPr lvl="6">
              <a:lnSpc>
                <a:spcPct val="100000"/>
              </a:lnSpc>
              <a:spcBef>
                <a:spcPts val="1000"/>
              </a:spcBef>
              <a:spcAft>
                <a:spcPts val="0"/>
              </a:spcAft>
              <a:buClr>
                <a:schemeClr val="accent6"/>
              </a:buClr>
              <a:buSzPts val="900"/>
              <a:buNone/>
              <a:defRPr sz="900">
                <a:solidFill>
                  <a:schemeClr val="accent6"/>
                </a:solidFill>
              </a:defRPr>
            </a:lvl7pPr>
            <a:lvl8pPr lvl="7">
              <a:lnSpc>
                <a:spcPct val="100000"/>
              </a:lnSpc>
              <a:spcBef>
                <a:spcPts val="1000"/>
              </a:spcBef>
              <a:spcAft>
                <a:spcPts val="0"/>
              </a:spcAft>
              <a:buClr>
                <a:schemeClr val="accent6"/>
              </a:buClr>
              <a:buSzPts val="900"/>
              <a:buNone/>
              <a:defRPr sz="900">
                <a:solidFill>
                  <a:schemeClr val="accent6"/>
                </a:solidFill>
              </a:defRPr>
            </a:lvl8pPr>
            <a:lvl9pPr lvl="8">
              <a:lnSpc>
                <a:spcPct val="100000"/>
              </a:lnSpc>
              <a:spcBef>
                <a:spcPts val="1000"/>
              </a:spcBef>
              <a:spcAft>
                <a:spcPts val="1000"/>
              </a:spcAft>
              <a:buClr>
                <a:schemeClr val="accent6"/>
              </a:buClr>
              <a:buSzPts val="900"/>
              <a:buNone/>
              <a:defRPr sz="900">
                <a:solidFill>
                  <a:schemeClr val="accent6"/>
                </a:solidFill>
              </a:defRPr>
            </a:lvl9pPr>
          </a:lstStyle>
          <a:p/>
        </p:txBody>
      </p:sp>
      <p:sp>
        <p:nvSpPr>
          <p:cNvPr id="1155" name="Google Shape;1155;p73"/>
          <p:cNvSpPr txBox="1"/>
          <p:nvPr>
            <p:ph idx="7" type="body"/>
          </p:nvPr>
        </p:nvSpPr>
        <p:spPr>
          <a:xfrm>
            <a:off x="5843600" y="463467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56" name="Google Shape;1156;p73"/>
          <p:cNvSpPr txBox="1"/>
          <p:nvPr>
            <p:ph idx="8" type="body"/>
          </p:nvPr>
        </p:nvSpPr>
        <p:spPr>
          <a:xfrm>
            <a:off x="5843600" y="4088050"/>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57" name="Google Shape;1157;p73"/>
          <p:cNvSpPr txBox="1"/>
          <p:nvPr>
            <p:ph idx="9" type="body"/>
          </p:nvPr>
        </p:nvSpPr>
        <p:spPr>
          <a:xfrm>
            <a:off x="5843600" y="3509538"/>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58" name="Google Shape;1158;p73"/>
          <p:cNvSpPr txBox="1"/>
          <p:nvPr>
            <p:ph idx="13" type="body"/>
          </p:nvPr>
        </p:nvSpPr>
        <p:spPr>
          <a:xfrm>
            <a:off x="5843600" y="2948725"/>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59" name="Google Shape;1159;p73"/>
          <p:cNvSpPr txBox="1"/>
          <p:nvPr>
            <p:ph idx="14" type="title"/>
          </p:nvPr>
        </p:nvSpPr>
        <p:spPr>
          <a:xfrm>
            <a:off x="5235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1160" name="Google Shape;1160;p73"/>
          <p:cNvSpPr txBox="1"/>
          <p:nvPr>
            <p:ph idx="15" type="title"/>
          </p:nvPr>
        </p:nvSpPr>
        <p:spPr>
          <a:xfrm>
            <a:off x="22278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1161" name="Google Shape;1161;p73"/>
          <p:cNvSpPr txBox="1"/>
          <p:nvPr>
            <p:ph idx="16" type="title"/>
          </p:nvPr>
        </p:nvSpPr>
        <p:spPr>
          <a:xfrm>
            <a:off x="3932100"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1162" name="Google Shape;1162;p73"/>
          <p:cNvSpPr txBox="1"/>
          <p:nvPr>
            <p:ph idx="17" type="title"/>
          </p:nvPr>
        </p:nvSpPr>
        <p:spPr>
          <a:xfrm>
            <a:off x="5845325" y="1876038"/>
            <a:ext cx="1419000" cy="3387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Clr>
                <a:schemeClr val="accent6"/>
              </a:buClr>
              <a:buSzPts val="1000"/>
              <a:buNone/>
              <a:defRPr sz="1000">
                <a:solidFill>
                  <a:schemeClr val="accent6"/>
                </a:solidFill>
              </a:defRPr>
            </a:lvl1pPr>
            <a:lvl2pPr lvl="1">
              <a:lnSpc>
                <a:spcPct val="100000"/>
              </a:lnSpc>
              <a:spcBef>
                <a:spcPts val="0"/>
              </a:spcBef>
              <a:spcAft>
                <a:spcPts val="0"/>
              </a:spcAft>
              <a:buClr>
                <a:schemeClr val="accent6"/>
              </a:buClr>
              <a:buSzPts val="1000"/>
              <a:buNone/>
              <a:defRPr sz="1000">
                <a:solidFill>
                  <a:schemeClr val="accent6"/>
                </a:solidFill>
              </a:defRPr>
            </a:lvl2pPr>
            <a:lvl3pPr lvl="2">
              <a:lnSpc>
                <a:spcPct val="100000"/>
              </a:lnSpc>
              <a:spcBef>
                <a:spcPts val="0"/>
              </a:spcBef>
              <a:spcAft>
                <a:spcPts val="0"/>
              </a:spcAft>
              <a:buClr>
                <a:schemeClr val="accent6"/>
              </a:buClr>
              <a:buSzPts val="1000"/>
              <a:buNone/>
              <a:defRPr sz="1000">
                <a:solidFill>
                  <a:schemeClr val="accent6"/>
                </a:solidFill>
              </a:defRPr>
            </a:lvl3pPr>
            <a:lvl4pPr lvl="3">
              <a:lnSpc>
                <a:spcPct val="100000"/>
              </a:lnSpc>
              <a:spcBef>
                <a:spcPts val="0"/>
              </a:spcBef>
              <a:spcAft>
                <a:spcPts val="0"/>
              </a:spcAft>
              <a:buClr>
                <a:schemeClr val="accent6"/>
              </a:buClr>
              <a:buSzPts val="1000"/>
              <a:buNone/>
              <a:defRPr sz="1000">
                <a:solidFill>
                  <a:schemeClr val="accent6"/>
                </a:solidFill>
              </a:defRPr>
            </a:lvl4pPr>
            <a:lvl5pPr lvl="4">
              <a:lnSpc>
                <a:spcPct val="100000"/>
              </a:lnSpc>
              <a:spcBef>
                <a:spcPts val="0"/>
              </a:spcBef>
              <a:spcAft>
                <a:spcPts val="0"/>
              </a:spcAft>
              <a:buClr>
                <a:schemeClr val="accent6"/>
              </a:buClr>
              <a:buSzPts val="1000"/>
              <a:buNone/>
              <a:defRPr sz="1000">
                <a:solidFill>
                  <a:schemeClr val="accent6"/>
                </a:solidFill>
              </a:defRPr>
            </a:lvl5pPr>
            <a:lvl6pPr lvl="5">
              <a:lnSpc>
                <a:spcPct val="100000"/>
              </a:lnSpc>
              <a:spcBef>
                <a:spcPts val="0"/>
              </a:spcBef>
              <a:spcAft>
                <a:spcPts val="0"/>
              </a:spcAft>
              <a:buClr>
                <a:schemeClr val="accent6"/>
              </a:buClr>
              <a:buSzPts val="1000"/>
              <a:buNone/>
              <a:defRPr sz="1000">
                <a:solidFill>
                  <a:schemeClr val="accent6"/>
                </a:solidFill>
              </a:defRPr>
            </a:lvl6pPr>
            <a:lvl7pPr lvl="6">
              <a:lnSpc>
                <a:spcPct val="100000"/>
              </a:lnSpc>
              <a:spcBef>
                <a:spcPts val="0"/>
              </a:spcBef>
              <a:spcAft>
                <a:spcPts val="0"/>
              </a:spcAft>
              <a:buClr>
                <a:schemeClr val="accent6"/>
              </a:buClr>
              <a:buSzPts val="1000"/>
              <a:buNone/>
              <a:defRPr sz="1000">
                <a:solidFill>
                  <a:schemeClr val="accent6"/>
                </a:solidFill>
              </a:defRPr>
            </a:lvl7pPr>
            <a:lvl8pPr lvl="7">
              <a:lnSpc>
                <a:spcPct val="100000"/>
              </a:lnSpc>
              <a:spcBef>
                <a:spcPts val="0"/>
              </a:spcBef>
              <a:spcAft>
                <a:spcPts val="0"/>
              </a:spcAft>
              <a:buClr>
                <a:schemeClr val="accent6"/>
              </a:buClr>
              <a:buSzPts val="1000"/>
              <a:buNone/>
              <a:defRPr sz="1000">
                <a:solidFill>
                  <a:schemeClr val="accent6"/>
                </a:solidFill>
              </a:defRPr>
            </a:lvl8pPr>
            <a:lvl9pPr lvl="8">
              <a:lnSpc>
                <a:spcPct val="100000"/>
              </a:lnSpc>
              <a:spcBef>
                <a:spcPts val="0"/>
              </a:spcBef>
              <a:spcAft>
                <a:spcPts val="0"/>
              </a:spcAft>
              <a:buClr>
                <a:schemeClr val="accent6"/>
              </a:buClr>
              <a:buSzPts val="1000"/>
              <a:buNone/>
              <a:defRPr sz="1000">
                <a:solidFill>
                  <a:schemeClr val="accent6"/>
                </a:solidFill>
              </a:defRPr>
            </a:lvl9pPr>
          </a:lstStyle>
          <a:p/>
        </p:txBody>
      </p:sp>
      <p:sp>
        <p:nvSpPr>
          <p:cNvPr id="1163" name="Google Shape;1163;p73"/>
          <p:cNvSpPr txBox="1"/>
          <p:nvPr>
            <p:ph idx="18" type="body"/>
          </p:nvPr>
        </p:nvSpPr>
        <p:spPr>
          <a:xfrm>
            <a:off x="3930375" y="4634677"/>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64" name="Google Shape;1164;p73"/>
          <p:cNvSpPr txBox="1"/>
          <p:nvPr>
            <p:ph idx="19" type="body"/>
          </p:nvPr>
        </p:nvSpPr>
        <p:spPr>
          <a:xfrm>
            <a:off x="3930375" y="408805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65" name="Google Shape;1165;p73"/>
          <p:cNvSpPr txBox="1"/>
          <p:nvPr>
            <p:ph idx="20" type="body"/>
          </p:nvPr>
        </p:nvSpPr>
        <p:spPr>
          <a:xfrm>
            <a:off x="3930375" y="350954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66" name="Google Shape;1166;p73"/>
          <p:cNvSpPr txBox="1"/>
          <p:nvPr>
            <p:ph idx="21" type="body"/>
          </p:nvPr>
        </p:nvSpPr>
        <p:spPr>
          <a:xfrm>
            <a:off x="3930375" y="294873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67" name="Google Shape;1167;p73"/>
          <p:cNvSpPr txBox="1"/>
          <p:nvPr>
            <p:ph idx="22" type="body"/>
          </p:nvPr>
        </p:nvSpPr>
        <p:spPr>
          <a:xfrm>
            <a:off x="2226950" y="46346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68" name="Google Shape;1168;p73"/>
          <p:cNvSpPr txBox="1"/>
          <p:nvPr>
            <p:ph idx="23" type="body"/>
          </p:nvPr>
        </p:nvSpPr>
        <p:spPr>
          <a:xfrm>
            <a:off x="2226950" y="4088053"/>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69" name="Google Shape;1169;p73"/>
          <p:cNvSpPr txBox="1"/>
          <p:nvPr>
            <p:ph idx="24" type="body"/>
          </p:nvPr>
        </p:nvSpPr>
        <p:spPr>
          <a:xfrm>
            <a:off x="2226950" y="350954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70" name="Google Shape;1170;p73"/>
          <p:cNvSpPr txBox="1"/>
          <p:nvPr>
            <p:ph idx="25" type="body"/>
          </p:nvPr>
        </p:nvSpPr>
        <p:spPr>
          <a:xfrm>
            <a:off x="2226950" y="2948734"/>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71" name="Google Shape;1171;p73"/>
          <p:cNvSpPr txBox="1"/>
          <p:nvPr>
            <p:ph idx="26" type="body"/>
          </p:nvPr>
        </p:nvSpPr>
        <p:spPr>
          <a:xfrm>
            <a:off x="5843600" y="2388163"/>
            <a:ext cx="24771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72" name="Google Shape;1172;p73"/>
          <p:cNvSpPr txBox="1"/>
          <p:nvPr>
            <p:ph idx="27" type="body"/>
          </p:nvPr>
        </p:nvSpPr>
        <p:spPr>
          <a:xfrm>
            <a:off x="3930375" y="2388175"/>
            <a:ext cx="17538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73" name="Google Shape;1173;p73"/>
          <p:cNvSpPr txBox="1"/>
          <p:nvPr>
            <p:ph idx="28" type="body"/>
          </p:nvPr>
        </p:nvSpPr>
        <p:spPr>
          <a:xfrm>
            <a:off x="2226950" y="2388175"/>
            <a:ext cx="1662000" cy="410100"/>
          </a:xfrm>
          <a:prstGeom prst="rect">
            <a:avLst/>
          </a:prstGeom>
        </p:spPr>
        <p:txBody>
          <a:bodyPr anchorCtr="0" anchor="ctr" bIns="91425" lIns="91425" spcFirstLastPara="1" rIns="91425" wrap="square" tIns="91425">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0">
  <p:cSld name="CUSTOM_2_1_1">
    <p:bg>
      <p:bgPr>
        <a:solidFill>
          <a:schemeClr val="lt1"/>
        </a:solidFill>
      </p:bgPr>
    </p:bg>
    <p:spTree>
      <p:nvGrpSpPr>
        <p:cNvPr id="1174" name="Shape 1174"/>
        <p:cNvGrpSpPr/>
        <p:nvPr/>
      </p:nvGrpSpPr>
      <p:grpSpPr>
        <a:xfrm>
          <a:off x="0" y="0"/>
          <a:ext cx="0" cy="0"/>
          <a:chOff x="0" y="0"/>
          <a:chExt cx="0" cy="0"/>
        </a:xfrm>
      </p:grpSpPr>
      <p:sp>
        <p:nvSpPr>
          <p:cNvPr id="1175" name="Google Shape;1175;p74"/>
          <p:cNvSpPr txBox="1"/>
          <p:nvPr>
            <p:ph type="title"/>
          </p:nvPr>
        </p:nvSpPr>
        <p:spPr>
          <a:xfrm>
            <a:off x="5135225" y="2600350"/>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1176" name="Google Shape;1176;p74"/>
          <p:cNvSpPr txBox="1"/>
          <p:nvPr>
            <p:ph idx="2" type="title"/>
          </p:nvPr>
        </p:nvSpPr>
        <p:spPr>
          <a:xfrm>
            <a:off x="5135225" y="3562743"/>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1177" name="Google Shape;1177;p74"/>
          <p:cNvSpPr txBox="1"/>
          <p:nvPr>
            <p:ph idx="3" type="title"/>
          </p:nvPr>
        </p:nvSpPr>
        <p:spPr>
          <a:xfrm>
            <a:off x="5135225" y="4500074"/>
            <a:ext cx="554100" cy="367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2"/>
              </a:buClr>
              <a:buSzPts val="2800"/>
              <a:buNone/>
              <a:defRPr b="1" sz="2200">
                <a:solidFill>
                  <a:schemeClr val="accent2"/>
                </a:solidFill>
              </a:defRPr>
            </a:lvl1pPr>
            <a:lvl2pPr lvl="1">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2pPr>
            <a:lvl3pPr lvl="2">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3pPr>
            <a:lvl4pPr lvl="3">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4pPr>
            <a:lvl5pPr lvl="4">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5pPr>
            <a:lvl6pPr lvl="5">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6pPr>
            <a:lvl7pPr lvl="6">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7pPr>
            <a:lvl8pPr lvl="7">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8pPr>
            <a:lvl9pPr lvl="8">
              <a:spcBef>
                <a:spcPts val="0"/>
              </a:spcBef>
              <a:spcAft>
                <a:spcPts val="0"/>
              </a:spcAft>
              <a:buClr>
                <a:schemeClr val="accent2"/>
              </a:buClr>
              <a:buSzPts val="2800"/>
              <a:buNone/>
              <a:defRPr b="1" sz="2200">
                <a:solidFill>
                  <a:schemeClr val="accent2"/>
                </a:solidFill>
                <a:latin typeface="Quantico"/>
                <a:ea typeface="Quantico"/>
                <a:cs typeface="Quantico"/>
                <a:sym typeface="Quantico"/>
              </a:defRPr>
            </a:lvl9pPr>
          </a:lstStyle>
          <a:p/>
        </p:txBody>
      </p:sp>
      <p:sp>
        <p:nvSpPr>
          <p:cNvPr id="1178" name="Google Shape;1178;p74"/>
          <p:cNvSpPr txBox="1"/>
          <p:nvPr>
            <p:ph idx="4" type="title"/>
          </p:nvPr>
        </p:nvSpPr>
        <p:spPr>
          <a:xfrm>
            <a:off x="439550" y="765750"/>
            <a:ext cx="5045700" cy="10398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179" name="Google Shape;1179;p74"/>
          <p:cNvSpPr txBox="1"/>
          <p:nvPr>
            <p:ph idx="1" type="subTitle"/>
          </p:nvPr>
        </p:nvSpPr>
        <p:spPr>
          <a:xfrm>
            <a:off x="446900" y="397650"/>
            <a:ext cx="5344500" cy="309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accent6"/>
              </a:buClr>
              <a:buSzPts val="1700"/>
              <a:buFont typeface="Lato"/>
              <a:buNone/>
              <a:defRPr sz="1600">
                <a:solidFill>
                  <a:schemeClr val="accent6"/>
                </a:solidFill>
              </a:defRPr>
            </a:lvl1pPr>
            <a:lvl2pPr lvl="1">
              <a:spcBef>
                <a:spcPts val="1000"/>
              </a:spcBef>
              <a:spcAft>
                <a:spcPts val="0"/>
              </a:spcAft>
              <a:buClr>
                <a:schemeClr val="accent6"/>
              </a:buClr>
              <a:buSzPts val="1700"/>
              <a:buFont typeface="Lato"/>
              <a:buNone/>
              <a:defRPr sz="1600">
                <a:solidFill>
                  <a:schemeClr val="accent6"/>
                </a:solidFill>
              </a:defRPr>
            </a:lvl2pPr>
            <a:lvl3pPr lvl="2">
              <a:spcBef>
                <a:spcPts val="1000"/>
              </a:spcBef>
              <a:spcAft>
                <a:spcPts val="0"/>
              </a:spcAft>
              <a:buClr>
                <a:schemeClr val="accent6"/>
              </a:buClr>
              <a:buSzPts val="1700"/>
              <a:buFont typeface="Lato"/>
              <a:buNone/>
              <a:defRPr sz="1600">
                <a:solidFill>
                  <a:schemeClr val="accent6"/>
                </a:solidFill>
              </a:defRPr>
            </a:lvl3pPr>
            <a:lvl4pPr lvl="3">
              <a:spcBef>
                <a:spcPts val="1000"/>
              </a:spcBef>
              <a:spcAft>
                <a:spcPts val="0"/>
              </a:spcAft>
              <a:buClr>
                <a:schemeClr val="accent6"/>
              </a:buClr>
              <a:buSzPts val="1700"/>
              <a:buFont typeface="Lato"/>
              <a:buNone/>
              <a:defRPr sz="1600">
                <a:solidFill>
                  <a:schemeClr val="accent6"/>
                </a:solidFill>
              </a:defRPr>
            </a:lvl4pPr>
            <a:lvl5pPr lvl="4">
              <a:spcBef>
                <a:spcPts val="1000"/>
              </a:spcBef>
              <a:spcAft>
                <a:spcPts val="0"/>
              </a:spcAft>
              <a:buClr>
                <a:schemeClr val="accent6"/>
              </a:buClr>
              <a:buSzPts val="1700"/>
              <a:buFont typeface="Lato"/>
              <a:buNone/>
              <a:defRPr sz="1600">
                <a:solidFill>
                  <a:schemeClr val="accent6"/>
                </a:solidFill>
              </a:defRPr>
            </a:lvl5pPr>
            <a:lvl6pPr lvl="5">
              <a:spcBef>
                <a:spcPts val="1000"/>
              </a:spcBef>
              <a:spcAft>
                <a:spcPts val="0"/>
              </a:spcAft>
              <a:buClr>
                <a:schemeClr val="accent6"/>
              </a:buClr>
              <a:buSzPts val="1700"/>
              <a:buFont typeface="Lato"/>
              <a:buNone/>
              <a:defRPr sz="1600">
                <a:solidFill>
                  <a:schemeClr val="accent6"/>
                </a:solidFill>
              </a:defRPr>
            </a:lvl6pPr>
            <a:lvl7pPr lvl="6">
              <a:spcBef>
                <a:spcPts val="1000"/>
              </a:spcBef>
              <a:spcAft>
                <a:spcPts val="0"/>
              </a:spcAft>
              <a:buClr>
                <a:schemeClr val="accent6"/>
              </a:buClr>
              <a:buSzPts val="1700"/>
              <a:buFont typeface="Lato"/>
              <a:buNone/>
              <a:defRPr sz="1600">
                <a:solidFill>
                  <a:schemeClr val="accent6"/>
                </a:solidFill>
              </a:defRPr>
            </a:lvl7pPr>
            <a:lvl8pPr lvl="7">
              <a:spcBef>
                <a:spcPts val="1000"/>
              </a:spcBef>
              <a:spcAft>
                <a:spcPts val="0"/>
              </a:spcAft>
              <a:buClr>
                <a:schemeClr val="accent6"/>
              </a:buClr>
              <a:buSzPts val="1700"/>
              <a:buFont typeface="Lato"/>
              <a:buNone/>
              <a:defRPr sz="1600">
                <a:solidFill>
                  <a:schemeClr val="accent6"/>
                </a:solidFill>
              </a:defRPr>
            </a:lvl8pPr>
            <a:lvl9pPr lvl="8">
              <a:spcBef>
                <a:spcPts val="1000"/>
              </a:spcBef>
              <a:spcAft>
                <a:spcPts val="1000"/>
              </a:spcAft>
              <a:buClr>
                <a:schemeClr val="accent6"/>
              </a:buClr>
              <a:buSzPts val="1700"/>
              <a:buFont typeface="Lato"/>
              <a:buNone/>
              <a:defRPr sz="1600">
                <a:solidFill>
                  <a:schemeClr val="accent6"/>
                </a:solidFill>
              </a:defRPr>
            </a:lvl9pPr>
          </a:lstStyle>
          <a:p/>
        </p:txBody>
      </p:sp>
      <p:sp>
        <p:nvSpPr>
          <p:cNvPr id="1180" name="Google Shape;1180;p74"/>
          <p:cNvSpPr txBox="1"/>
          <p:nvPr>
            <p:ph idx="5" type="body"/>
          </p:nvPr>
        </p:nvSpPr>
        <p:spPr>
          <a:xfrm>
            <a:off x="5761162" y="2472057"/>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81" name="Google Shape;1181;p74"/>
          <p:cNvSpPr txBox="1"/>
          <p:nvPr>
            <p:ph idx="6" type="body"/>
          </p:nvPr>
        </p:nvSpPr>
        <p:spPr>
          <a:xfrm>
            <a:off x="5761162" y="3436244"/>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82" name="Google Shape;1182;p74"/>
          <p:cNvSpPr txBox="1"/>
          <p:nvPr>
            <p:ph idx="7" type="body"/>
          </p:nvPr>
        </p:nvSpPr>
        <p:spPr>
          <a:xfrm>
            <a:off x="5761162" y="4399826"/>
            <a:ext cx="2955900" cy="518400"/>
          </a:xfrm>
          <a:prstGeom prst="rect">
            <a:avLst/>
          </a:prstGeom>
        </p:spPr>
        <p:txBody>
          <a:bodyPr anchorCtr="0" anchor="ctr" bIns="0" lIns="0" spcFirstLastPara="1" rIns="91425" wrap="square" tIns="0">
            <a:noAutofit/>
          </a:bodyPr>
          <a:lstStyle>
            <a:lvl1pPr indent="-292100" lvl="0" marL="457200">
              <a:lnSpc>
                <a:spcPct val="100000"/>
              </a:lnSpc>
              <a:spcBef>
                <a:spcPts val="0"/>
              </a:spcBef>
              <a:spcAft>
                <a:spcPts val="0"/>
              </a:spcAft>
              <a:buClr>
                <a:schemeClr val="accent6"/>
              </a:buClr>
              <a:buSzPts val="1000"/>
              <a:buChar char="●"/>
              <a:defRPr>
                <a:solidFill>
                  <a:schemeClr val="accent6"/>
                </a:solidFill>
              </a:defRPr>
            </a:lvl1pPr>
            <a:lvl2pPr indent="-292100" lvl="1" marL="914400">
              <a:lnSpc>
                <a:spcPct val="100000"/>
              </a:lnSpc>
              <a:spcBef>
                <a:spcPts val="1000"/>
              </a:spcBef>
              <a:spcAft>
                <a:spcPts val="0"/>
              </a:spcAft>
              <a:buClr>
                <a:schemeClr val="accent6"/>
              </a:buClr>
              <a:buSzPts val="1000"/>
              <a:buChar char="○"/>
              <a:defRPr>
                <a:solidFill>
                  <a:schemeClr val="accent6"/>
                </a:solidFill>
              </a:defRPr>
            </a:lvl2pPr>
            <a:lvl3pPr indent="-292100" lvl="2" marL="1371600">
              <a:lnSpc>
                <a:spcPct val="100000"/>
              </a:lnSpc>
              <a:spcBef>
                <a:spcPts val="1000"/>
              </a:spcBef>
              <a:spcAft>
                <a:spcPts val="0"/>
              </a:spcAft>
              <a:buClr>
                <a:schemeClr val="accent6"/>
              </a:buClr>
              <a:buSzPts val="1000"/>
              <a:buChar char="■"/>
              <a:defRPr>
                <a:solidFill>
                  <a:schemeClr val="accent6"/>
                </a:solidFill>
              </a:defRPr>
            </a:lvl3pPr>
            <a:lvl4pPr indent="-292100" lvl="3" marL="1828800">
              <a:lnSpc>
                <a:spcPct val="100000"/>
              </a:lnSpc>
              <a:spcBef>
                <a:spcPts val="1000"/>
              </a:spcBef>
              <a:spcAft>
                <a:spcPts val="0"/>
              </a:spcAft>
              <a:buClr>
                <a:schemeClr val="accent6"/>
              </a:buClr>
              <a:buSzPts val="1000"/>
              <a:buChar char="●"/>
              <a:defRPr>
                <a:solidFill>
                  <a:schemeClr val="accent6"/>
                </a:solidFill>
              </a:defRPr>
            </a:lvl4pPr>
            <a:lvl5pPr indent="-292100" lvl="4" marL="2286000">
              <a:lnSpc>
                <a:spcPct val="100000"/>
              </a:lnSpc>
              <a:spcBef>
                <a:spcPts val="1000"/>
              </a:spcBef>
              <a:spcAft>
                <a:spcPts val="0"/>
              </a:spcAft>
              <a:buClr>
                <a:schemeClr val="accent6"/>
              </a:buClr>
              <a:buSzPts val="1000"/>
              <a:buChar char="○"/>
              <a:defRPr>
                <a:solidFill>
                  <a:schemeClr val="accent6"/>
                </a:solidFill>
              </a:defRPr>
            </a:lvl5pPr>
            <a:lvl6pPr indent="-292100" lvl="5" marL="2743200">
              <a:lnSpc>
                <a:spcPct val="100000"/>
              </a:lnSpc>
              <a:spcBef>
                <a:spcPts val="1000"/>
              </a:spcBef>
              <a:spcAft>
                <a:spcPts val="0"/>
              </a:spcAft>
              <a:buClr>
                <a:schemeClr val="accent6"/>
              </a:buClr>
              <a:buSzPts val="1000"/>
              <a:buChar char="■"/>
              <a:defRPr>
                <a:solidFill>
                  <a:schemeClr val="accent6"/>
                </a:solidFill>
              </a:defRPr>
            </a:lvl6pPr>
            <a:lvl7pPr indent="-292100" lvl="6" marL="3200400">
              <a:lnSpc>
                <a:spcPct val="100000"/>
              </a:lnSpc>
              <a:spcBef>
                <a:spcPts val="1000"/>
              </a:spcBef>
              <a:spcAft>
                <a:spcPts val="0"/>
              </a:spcAft>
              <a:buClr>
                <a:schemeClr val="accent6"/>
              </a:buClr>
              <a:buSzPts val="1000"/>
              <a:buChar char="●"/>
              <a:defRPr>
                <a:solidFill>
                  <a:schemeClr val="accent6"/>
                </a:solidFill>
              </a:defRPr>
            </a:lvl7pPr>
            <a:lvl8pPr indent="-292100" lvl="7" marL="3657600">
              <a:lnSpc>
                <a:spcPct val="100000"/>
              </a:lnSpc>
              <a:spcBef>
                <a:spcPts val="1000"/>
              </a:spcBef>
              <a:spcAft>
                <a:spcPts val="0"/>
              </a:spcAft>
              <a:buClr>
                <a:schemeClr val="accent6"/>
              </a:buClr>
              <a:buSzPts val="1000"/>
              <a:buChar char="○"/>
              <a:defRPr>
                <a:solidFill>
                  <a:schemeClr val="accent6"/>
                </a:solidFill>
              </a:defRPr>
            </a:lvl8pPr>
            <a:lvl9pPr indent="-292100" lvl="8" marL="4114800">
              <a:lnSpc>
                <a:spcPct val="100000"/>
              </a:lnSpc>
              <a:spcBef>
                <a:spcPts val="1000"/>
              </a:spcBef>
              <a:spcAft>
                <a:spcPts val="1000"/>
              </a:spcAft>
              <a:buClr>
                <a:schemeClr val="accent6"/>
              </a:buClr>
              <a:buSzPts val="1000"/>
              <a:buChar char="■"/>
              <a:defRPr>
                <a:solidFill>
                  <a:schemeClr val="accent6"/>
                </a:solidFill>
              </a:defRPr>
            </a:lvl9pPr>
          </a:lstStyle>
          <a:p/>
        </p:txBody>
      </p:sp>
      <p:sp>
        <p:nvSpPr>
          <p:cNvPr id="1183" name="Google Shape;1183;p74"/>
          <p:cNvSpPr txBox="1"/>
          <p:nvPr>
            <p:ph idx="8" type="body"/>
          </p:nvPr>
        </p:nvSpPr>
        <p:spPr>
          <a:xfrm>
            <a:off x="706399" y="2753996"/>
            <a:ext cx="3288300" cy="1731000"/>
          </a:xfrm>
          <a:prstGeom prst="rect">
            <a:avLst/>
          </a:prstGeom>
        </p:spPr>
        <p:txBody>
          <a:bodyPr anchorCtr="0" anchor="ctr" bIns="0" lIns="0" spcFirstLastPara="1" rIns="91425" wrap="square" tIns="0">
            <a:noAutofit/>
          </a:bodyPr>
          <a:lstStyle>
            <a:lvl1pPr indent="-330200" lvl="0" marL="457200">
              <a:lnSpc>
                <a:spcPct val="115000"/>
              </a:lnSpc>
              <a:spcBef>
                <a:spcPts val="0"/>
              </a:spcBef>
              <a:spcAft>
                <a:spcPts val="0"/>
              </a:spcAft>
              <a:buClr>
                <a:schemeClr val="accent6"/>
              </a:buClr>
              <a:buSzPts val="1600"/>
              <a:buChar char="●"/>
              <a:defRPr sz="1600">
                <a:solidFill>
                  <a:schemeClr val="accent6"/>
                </a:solidFill>
              </a:defRPr>
            </a:lvl1pPr>
            <a:lvl2pPr indent="-330200" lvl="1" marL="914400">
              <a:lnSpc>
                <a:spcPct val="115000"/>
              </a:lnSpc>
              <a:spcBef>
                <a:spcPts val="1000"/>
              </a:spcBef>
              <a:spcAft>
                <a:spcPts val="0"/>
              </a:spcAft>
              <a:buClr>
                <a:schemeClr val="accent6"/>
              </a:buClr>
              <a:buSzPts val="1600"/>
              <a:buChar char="○"/>
              <a:defRPr sz="1600">
                <a:solidFill>
                  <a:schemeClr val="accent6"/>
                </a:solidFill>
              </a:defRPr>
            </a:lvl2pPr>
            <a:lvl3pPr indent="-330200" lvl="2" marL="1371600">
              <a:lnSpc>
                <a:spcPct val="115000"/>
              </a:lnSpc>
              <a:spcBef>
                <a:spcPts val="1000"/>
              </a:spcBef>
              <a:spcAft>
                <a:spcPts val="0"/>
              </a:spcAft>
              <a:buClr>
                <a:schemeClr val="accent6"/>
              </a:buClr>
              <a:buSzPts val="1600"/>
              <a:buChar char="■"/>
              <a:defRPr sz="1600">
                <a:solidFill>
                  <a:schemeClr val="accent6"/>
                </a:solidFill>
              </a:defRPr>
            </a:lvl3pPr>
            <a:lvl4pPr indent="-330200" lvl="3" marL="1828800">
              <a:lnSpc>
                <a:spcPct val="115000"/>
              </a:lnSpc>
              <a:spcBef>
                <a:spcPts val="1000"/>
              </a:spcBef>
              <a:spcAft>
                <a:spcPts val="0"/>
              </a:spcAft>
              <a:buClr>
                <a:schemeClr val="accent6"/>
              </a:buClr>
              <a:buSzPts val="1600"/>
              <a:buChar char="●"/>
              <a:defRPr sz="1600">
                <a:solidFill>
                  <a:schemeClr val="accent6"/>
                </a:solidFill>
              </a:defRPr>
            </a:lvl4pPr>
            <a:lvl5pPr indent="-330200" lvl="4" marL="2286000">
              <a:lnSpc>
                <a:spcPct val="115000"/>
              </a:lnSpc>
              <a:spcBef>
                <a:spcPts val="1000"/>
              </a:spcBef>
              <a:spcAft>
                <a:spcPts val="0"/>
              </a:spcAft>
              <a:buClr>
                <a:schemeClr val="accent6"/>
              </a:buClr>
              <a:buSzPts val="1600"/>
              <a:buChar char="○"/>
              <a:defRPr sz="1600">
                <a:solidFill>
                  <a:schemeClr val="accent6"/>
                </a:solidFill>
              </a:defRPr>
            </a:lvl5pPr>
            <a:lvl6pPr indent="-330200" lvl="5" marL="2743200">
              <a:lnSpc>
                <a:spcPct val="115000"/>
              </a:lnSpc>
              <a:spcBef>
                <a:spcPts val="1000"/>
              </a:spcBef>
              <a:spcAft>
                <a:spcPts val="0"/>
              </a:spcAft>
              <a:buClr>
                <a:schemeClr val="accent6"/>
              </a:buClr>
              <a:buSzPts val="1600"/>
              <a:buChar char="■"/>
              <a:defRPr sz="1600">
                <a:solidFill>
                  <a:schemeClr val="accent6"/>
                </a:solidFill>
              </a:defRPr>
            </a:lvl6pPr>
            <a:lvl7pPr indent="-330200" lvl="6" marL="3200400">
              <a:lnSpc>
                <a:spcPct val="115000"/>
              </a:lnSpc>
              <a:spcBef>
                <a:spcPts val="1000"/>
              </a:spcBef>
              <a:spcAft>
                <a:spcPts val="0"/>
              </a:spcAft>
              <a:buClr>
                <a:schemeClr val="accent6"/>
              </a:buClr>
              <a:buSzPts val="1600"/>
              <a:buChar char="●"/>
              <a:defRPr sz="1600">
                <a:solidFill>
                  <a:schemeClr val="accent6"/>
                </a:solidFill>
              </a:defRPr>
            </a:lvl7pPr>
            <a:lvl8pPr indent="-330200" lvl="7" marL="3657600">
              <a:lnSpc>
                <a:spcPct val="115000"/>
              </a:lnSpc>
              <a:spcBef>
                <a:spcPts val="1000"/>
              </a:spcBef>
              <a:spcAft>
                <a:spcPts val="0"/>
              </a:spcAft>
              <a:buClr>
                <a:schemeClr val="accent6"/>
              </a:buClr>
              <a:buSzPts val="1600"/>
              <a:buChar char="○"/>
              <a:defRPr sz="1600">
                <a:solidFill>
                  <a:schemeClr val="accent6"/>
                </a:solidFill>
              </a:defRPr>
            </a:lvl8pPr>
            <a:lvl9pPr indent="-330200" lvl="8" marL="4114800">
              <a:lnSpc>
                <a:spcPct val="115000"/>
              </a:lnSpc>
              <a:spcBef>
                <a:spcPts val="1000"/>
              </a:spcBef>
              <a:spcAft>
                <a:spcPts val="1000"/>
              </a:spcAft>
              <a:buClr>
                <a:schemeClr val="accent6"/>
              </a:buClr>
              <a:buSzPts val="1600"/>
              <a:buChar char="■"/>
              <a:defRPr sz="1600">
                <a:solidFill>
                  <a:schemeClr val="accent6"/>
                </a:solidFill>
              </a:defRPr>
            </a:lvl9pPr>
          </a:lstStyle>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2">
    <p:bg>
      <p:bgPr>
        <a:solidFill>
          <a:schemeClr val="lt1"/>
        </a:solidFill>
      </p:bgPr>
    </p:bg>
    <p:spTree>
      <p:nvGrpSpPr>
        <p:cNvPr id="1184" name="Shape 1184"/>
        <p:cNvGrpSpPr/>
        <p:nvPr/>
      </p:nvGrpSpPr>
      <p:grpSpPr>
        <a:xfrm>
          <a:off x="0" y="0"/>
          <a:ext cx="0" cy="0"/>
          <a:chOff x="0" y="0"/>
          <a:chExt cx="0" cy="0"/>
        </a:xfrm>
      </p:grpSpPr>
      <p:sp>
        <p:nvSpPr>
          <p:cNvPr id="1185" name="Google Shape;1185;p75"/>
          <p:cNvSpPr/>
          <p:nvPr/>
        </p:nvSpPr>
        <p:spPr>
          <a:xfrm>
            <a:off x="0" y="1088675"/>
            <a:ext cx="3627900" cy="4054800"/>
          </a:xfrm>
          <a:prstGeom prst="snip1Rect">
            <a:avLst>
              <a:gd fmla="val 10918"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86" name="Google Shape;1186;p75"/>
          <p:cNvSpPr txBox="1"/>
          <p:nvPr>
            <p:ph type="title"/>
          </p:nvPr>
        </p:nvSpPr>
        <p:spPr>
          <a:xfrm>
            <a:off x="446100" y="396225"/>
            <a:ext cx="5101800" cy="8532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accent6"/>
              </a:buClr>
              <a:buSzPts val="3000"/>
              <a:buNone/>
              <a:defRPr sz="2400">
                <a:solidFill>
                  <a:schemeClr val="accent6"/>
                </a:solidFill>
              </a:defRPr>
            </a:lvl1pPr>
            <a:lvl2pPr lvl="1">
              <a:spcBef>
                <a:spcPts val="0"/>
              </a:spcBef>
              <a:spcAft>
                <a:spcPts val="0"/>
              </a:spcAft>
              <a:buClr>
                <a:schemeClr val="accent6"/>
              </a:buClr>
              <a:buSzPts val="3000"/>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None/>
              <a:defRPr sz="2400">
                <a:solidFill>
                  <a:schemeClr val="accent6"/>
                </a:solidFill>
                <a:latin typeface="Quantico"/>
                <a:ea typeface="Quantico"/>
                <a:cs typeface="Quantico"/>
                <a:sym typeface="Quantico"/>
              </a:defRPr>
            </a:lvl9pPr>
          </a:lstStyle>
          <a:p/>
        </p:txBody>
      </p:sp>
      <p:sp>
        <p:nvSpPr>
          <p:cNvPr id="1187" name="Google Shape;1187;p75"/>
          <p:cNvSpPr txBox="1"/>
          <p:nvPr>
            <p:ph idx="1" type="body"/>
          </p:nvPr>
        </p:nvSpPr>
        <p:spPr>
          <a:xfrm>
            <a:off x="3869875" y="1390269"/>
            <a:ext cx="31734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
        <p:nvSpPr>
          <p:cNvPr id="1188" name="Google Shape;1188;p75"/>
          <p:cNvSpPr txBox="1"/>
          <p:nvPr>
            <p:ph idx="2" type="body"/>
          </p:nvPr>
        </p:nvSpPr>
        <p:spPr>
          <a:xfrm>
            <a:off x="474675" y="1390150"/>
            <a:ext cx="2571300" cy="34215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accent6"/>
              </a:buClr>
              <a:buSzPts val="1000"/>
              <a:buChar char="●"/>
              <a:defRPr>
                <a:solidFill>
                  <a:schemeClr val="accent6"/>
                </a:solidFill>
              </a:defRPr>
            </a:lvl1pPr>
            <a:lvl2pPr indent="-292100" lvl="1" marL="914400">
              <a:spcBef>
                <a:spcPts val="1000"/>
              </a:spcBef>
              <a:spcAft>
                <a:spcPts val="0"/>
              </a:spcAft>
              <a:buClr>
                <a:schemeClr val="accent6"/>
              </a:buClr>
              <a:buSzPts val="1000"/>
              <a:buChar char="○"/>
              <a:defRPr>
                <a:solidFill>
                  <a:schemeClr val="accent6"/>
                </a:solidFill>
              </a:defRPr>
            </a:lvl2pPr>
            <a:lvl3pPr indent="-292100" lvl="2" marL="1371600">
              <a:spcBef>
                <a:spcPts val="1000"/>
              </a:spcBef>
              <a:spcAft>
                <a:spcPts val="0"/>
              </a:spcAft>
              <a:buClr>
                <a:schemeClr val="accent6"/>
              </a:buClr>
              <a:buSzPts val="1000"/>
              <a:buChar char="■"/>
              <a:defRPr>
                <a:solidFill>
                  <a:schemeClr val="accent6"/>
                </a:solidFill>
              </a:defRPr>
            </a:lvl3pPr>
            <a:lvl4pPr indent="-292100" lvl="3" marL="1828800">
              <a:spcBef>
                <a:spcPts val="1000"/>
              </a:spcBef>
              <a:spcAft>
                <a:spcPts val="0"/>
              </a:spcAft>
              <a:buClr>
                <a:schemeClr val="accent6"/>
              </a:buClr>
              <a:buSzPts val="1000"/>
              <a:buChar char="●"/>
              <a:defRPr>
                <a:solidFill>
                  <a:schemeClr val="accent6"/>
                </a:solidFill>
              </a:defRPr>
            </a:lvl4pPr>
            <a:lvl5pPr indent="-292100" lvl="4" marL="2286000">
              <a:spcBef>
                <a:spcPts val="1000"/>
              </a:spcBef>
              <a:spcAft>
                <a:spcPts val="0"/>
              </a:spcAft>
              <a:buClr>
                <a:schemeClr val="accent6"/>
              </a:buClr>
              <a:buSzPts val="1000"/>
              <a:buChar char="○"/>
              <a:defRPr>
                <a:solidFill>
                  <a:schemeClr val="accent6"/>
                </a:solidFill>
              </a:defRPr>
            </a:lvl5pPr>
            <a:lvl6pPr indent="-292100" lvl="5" marL="2743200">
              <a:spcBef>
                <a:spcPts val="1000"/>
              </a:spcBef>
              <a:spcAft>
                <a:spcPts val="0"/>
              </a:spcAft>
              <a:buClr>
                <a:schemeClr val="accent6"/>
              </a:buClr>
              <a:buSzPts val="1000"/>
              <a:buChar char="■"/>
              <a:defRPr>
                <a:solidFill>
                  <a:schemeClr val="accent6"/>
                </a:solidFill>
              </a:defRPr>
            </a:lvl6pPr>
            <a:lvl7pPr indent="-292100" lvl="6" marL="3200400">
              <a:spcBef>
                <a:spcPts val="1000"/>
              </a:spcBef>
              <a:spcAft>
                <a:spcPts val="0"/>
              </a:spcAft>
              <a:buClr>
                <a:schemeClr val="accent6"/>
              </a:buClr>
              <a:buSzPts val="1000"/>
              <a:buChar char="●"/>
              <a:defRPr>
                <a:solidFill>
                  <a:schemeClr val="accent6"/>
                </a:solidFill>
              </a:defRPr>
            </a:lvl7pPr>
            <a:lvl8pPr indent="-292100" lvl="7" marL="3657600">
              <a:spcBef>
                <a:spcPts val="1000"/>
              </a:spcBef>
              <a:spcAft>
                <a:spcPts val="0"/>
              </a:spcAft>
              <a:buClr>
                <a:schemeClr val="accent6"/>
              </a:buClr>
              <a:buSzPts val="1000"/>
              <a:buChar char="○"/>
              <a:defRPr>
                <a:solidFill>
                  <a:schemeClr val="accent6"/>
                </a:solidFill>
              </a:defRPr>
            </a:lvl8pPr>
            <a:lvl9pPr indent="-292100" lvl="8" marL="4114800">
              <a:spcBef>
                <a:spcPts val="1000"/>
              </a:spcBef>
              <a:spcAft>
                <a:spcPts val="1000"/>
              </a:spcAft>
              <a:buClr>
                <a:schemeClr val="accent6"/>
              </a:buClr>
              <a:buSzPts val="1000"/>
              <a:buChar char="■"/>
              <a:defRPr>
                <a:solidFill>
                  <a:schemeClr val="accent6"/>
                </a:solidFill>
              </a:defRPr>
            </a:lvl9pPr>
          </a:lstStyle>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9">
  <p:cSld name="CUSTOM_1">
    <p:bg>
      <p:bgPr>
        <a:solidFill>
          <a:schemeClr val="accent1"/>
        </a:solidFill>
      </p:bgPr>
    </p:bg>
    <p:spTree>
      <p:nvGrpSpPr>
        <p:cNvPr id="1189" name="Shape 1189"/>
        <p:cNvGrpSpPr/>
        <p:nvPr/>
      </p:nvGrpSpPr>
      <p:grpSpPr>
        <a:xfrm>
          <a:off x="0" y="0"/>
          <a:ext cx="0" cy="0"/>
          <a:chOff x="0" y="0"/>
          <a:chExt cx="0" cy="0"/>
        </a:xfrm>
      </p:grpSpPr>
      <p:sp>
        <p:nvSpPr>
          <p:cNvPr id="1190" name="Google Shape;1190;p76"/>
          <p:cNvSpPr/>
          <p:nvPr/>
        </p:nvSpPr>
        <p:spPr>
          <a:xfrm flipH="1">
            <a:off x="433300" y="-6150"/>
            <a:ext cx="8560200" cy="5151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91" name="Google Shape;1191;p76"/>
          <p:cNvSpPr/>
          <p:nvPr/>
        </p:nvSpPr>
        <p:spPr>
          <a:xfrm flipH="1">
            <a:off x="433300" y="-2175"/>
            <a:ext cx="8415900" cy="515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92" name="Google Shape;1192;p76"/>
          <p:cNvSpPr/>
          <p:nvPr/>
        </p:nvSpPr>
        <p:spPr>
          <a:xfrm flipH="1">
            <a:off x="-10550" y="-6150"/>
            <a:ext cx="8710800" cy="5155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193" name="Google Shape;1193;p76"/>
          <p:cNvSpPr txBox="1"/>
          <p:nvPr>
            <p:ph type="title"/>
          </p:nvPr>
        </p:nvSpPr>
        <p:spPr>
          <a:xfrm>
            <a:off x="409625" y="401500"/>
            <a:ext cx="4011600" cy="437100"/>
          </a:xfrm>
          <a:prstGeom prst="rect">
            <a:avLst/>
          </a:prstGeom>
        </p:spPr>
        <p:txBody>
          <a:bodyPr anchorCtr="0" anchor="t" bIns="0" lIns="0" spcFirstLastPara="1" rIns="91425" wrap="square" tIns="0">
            <a:noAutofit/>
          </a:bodyPr>
          <a:lstStyle>
            <a:lvl1pPr lvl="0">
              <a:lnSpc>
                <a:spcPct val="90000"/>
              </a:lnSpc>
              <a:spcBef>
                <a:spcPts val="0"/>
              </a:spcBef>
              <a:spcAft>
                <a:spcPts val="0"/>
              </a:spcAft>
              <a:buClr>
                <a:schemeClr val="dk1"/>
              </a:buClr>
              <a:buSzPts val="3000"/>
              <a:buNone/>
              <a:defRPr sz="2400"/>
            </a:lvl1pPr>
            <a:lvl2pPr lvl="1">
              <a:spcBef>
                <a:spcPts val="0"/>
              </a:spcBef>
              <a:spcAft>
                <a:spcPts val="0"/>
              </a:spcAft>
              <a:buClr>
                <a:schemeClr val="dk1"/>
              </a:buClr>
              <a:buSzPts val="3000"/>
              <a:buNone/>
              <a:defRPr sz="2400">
                <a:latin typeface="Quantico"/>
                <a:ea typeface="Quantico"/>
                <a:cs typeface="Quantico"/>
                <a:sym typeface="Quantico"/>
              </a:defRPr>
            </a:lvl2pPr>
            <a:lvl3pPr lvl="2">
              <a:spcBef>
                <a:spcPts val="0"/>
              </a:spcBef>
              <a:spcAft>
                <a:spcPts val="0"/>
              </a:spcAft>
              <a:buClr>
                <a:schemeClr val="dk1"/>
              </a:buClr>
              <a:buSzPts val="3000"/>
              <a:buNone/>
              <a:defRPr sz="2400">
                <a:latin typeface="Quantico"/>
                <a:ea typeface="Quantico"/>
                <a:cs typeface="Quantico"/>
                <a:sym typeface="Quantico"/>
              </a:defRPr>
            </a:lvl3pPr>
            <a:lvl4pPr lvl="3">
              <a:spcBef>
                <a:spcPts val="0"/>
              </a:spcBef>
              <a:spcAft>
                <a:spcPts val="0"/>
              </a:spcAft>
              <a:buClr>
                <a:schemeClr val="dk1"/>
              </a:buClr>
              <a:buSzPts val="3000"/>
              <a:buNone/>
              <a:defRPr sz="2400">
                <a:latin typeface="Quantico"/>
                <a:ea typeface="Quantico"/>
                <a:cs typeface="Quantico"/>
                <a:sym typeface="Quantico"/>
              </a:defRPr>
            </a:lvl4pPr>
            <a:lvl5pPr lvl="4">
              <a:spcBef>
                <a:spcPts val="0"/>
              </a:spcBef>
              <a:spcAft>
                <a:spcPts val="0"/>
              </a:spcAft>
              <a:buClr>
                <a:schemeClr val="dk1"/>
              </a:buClr>
              <a:buSzPts val="3000"/>
              <a:buNone/>
              <a:defRPr sz="2400">
                <a:latin typeface="Quantico"/>
                <a:ea typeface="Quantico"/>
                <a:cs typeface="Quantico"/>
                <a:sym typeface="Quantico"/>
              </a:defRPr>
            </a:lvl5pPr>
            <a:lvl6pPr lvl="5">
              <a:spcBef>
                <a:spcPts val="0"/>
              </a:spcBef>
              <a:spcAft>
                <a:spcPts val="0"/>
              </a:spcAft>
              <a:buClr>
                <a:schemeClr val="dk1"/>
              </a:buClr>
              <a:buSzPts val="3000"/>
              <a:buNone/>
              <a:defRPr sz="2400">
                <a:latin typeface="Quantico"/>
                <a:ea typeface="Quantico"/>
                <a:cs typeface="Quantico"/>
                <a:sym typeface="Quantico"/>
              </a:defRPr>
            </a:lvl6pPr>
            <a:lvl7pPr lvl="6">
              <a:spcBef>
                <a:spcPts val="0"/>
              </a:spcBef>
              <a:spcAft>
                <a:spcPts val="0"/>
              </a:spcAft>
              <a:buClr>
                <a:schemeClr val="dk1"/>
              </a:buClr>
              <a:buSzPts val="3000"/>
              <a:buNone/>
              <a:defRPr sz="2400">
                <a:latin typeface="Quantico"/>
                <a:ea typeface="Quantico"/>
                <a:cs typeface="Quantico"/>
                <a:sym typeface="Quantico"/>
              </a:defRPr>
            </a:lvl7pPr>
            <a:lvl8pPr lvl="7">
              <a:spcBef>
                <a:spcPts val="0"/>
              </a:spcBef>
              <a:spcAft>
                <a:spcPts val="0"/>
              </a:spcAft>
              <a:buClr>
                <a:schemeClr val="dk1"/>
              </a:buClr>
              <a:buSzPts val="3000"/>
              <a:buNone/>
              <a:defRPr sz="2400">
                <a:latin typeface="Quantico"/>
                <a:ea typeface="Quantico"/>
                <a:cs typeface="Quantico"/>
                <a:sym typeface="Quantico"/>
              </a:defRPr>
            </a:lvl8pPr>
            <a:lvl9pPr lvl="8">
              <a:spcBef>
                <a:spcPts val="0"/>
              </a:spcBef>
              <a:spcAft>
                <a:spcPts val="0"/>
              </a:spcAft>
              <a:buClr>
                <a:schemeClr val="dk1"/>
              </a:buClr>
              <a:buSzPts val="3000"/>
              <a:buNone/>
              <a:defRPr sz="2400">
                <a:latin typeface="Quantico"/>
                <a:ea typeface="Quantico"/>
                <a:cs typeface="Quantico"/>
                <a:sym typeface="Quantico"/>
              </a:defRPr>
            </a:lvl9pPr>
          </a:lstStyle>
          <a:p/>
        </p:txBody>
      </p:sp>
      <p:sp>
        <p:nvSpPr>
          <p:cNvPr id="1194" name="Google Shape;1194;p76"/>
          <p:cNvSpPr txBox="1"/>
          <p:nvPr>
            <p:ph idx="2" type="title"/>
          </p:nvPr>
        </p:nvSpPr>
        <p:spPr>
          <a:xfrm>
            <a:off x="420000" y="860450"/>
            <a:ext cx="35112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1195" name="Google Shape;1195;p76"/>
          <p:cNvSpPr txBox="1"/>
          <p:nvPr>
            <p:ph idx="3" type="title"/>
          </p:nvPr>
        </p:nvSpPr>
        <p:spPr>
          <a:xfrm>
            <a:off x="5128700" y="38960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1196" name="Google Shape;1196;p76"/>
          <p:cNvSpPr txBox="1"/>
          <p:nvPr>
            <p:ph idx="1" type="subTitle"/>
          </p:nvPr>
        </p:nvSpPr>
        <p:spPr>
          <a:xfrm>
            <a:off x="7258100" y="38960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1197" name="Google Shape;1197;p76"/>
          <p:cNvSpPr txBox="1"/>
          <p:nvPr>
            <p:ph idx="4" type="title"/>
          </p:nvPr>
        </p:nvSpPr>
        <p:spPr>
          <a:xfrm>
            <a:off x="5128700" y="28383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1198" name="Google Shape;1198;p76"/>
          <p:cNvSpPr txBox="1"/>
          <p:nvPr>
            <p:ph idx="5" type="subTitle"/>
          </p:nvPr>
        </p:nvSpPr>
        <p:spPr>
          <a:xfrm>
            <a:off x="7258100" y="28383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1199" name="Google Shape;1199;p76"/>
          <p:cNvSpPr txBox="1"/>
          <p:nvPr>
            <p:ph idx="6" type="title"/>
          </p:nvPr>
        </p:nvSpPr>
        <p:spPr>
          <a:xfrm>
            <a:off x="5128700" y="1812925"/>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1200" name="Google Shape;1200;p76"/>
          <p:cNvSpPr txBox="1"/>
          <p:nvPr>
            <p:ph idx="7" type="subTitle"/>
          </p:nvPr>
        </p:nvSpPr>
        <p:spPr>
          <a:xfrm>
            <a:off x="7258100" y="1812925"/>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
        <p:nvSpPr>
          <p:cNvPr id="1201" name="Google Shape;1201;p76"/>
          <p:cNvSpPr txBox="1"/>
          <p:nvPr>
            <p:ph idx="8" type="title"/>
          </p:nvPr>
        </p:nvSpPr>
        <p:spPr>
          <a:xfrm>
            <a:off x="5128700" y="838600"/>
            <a:ext cx="2026500" cy="3858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200"/>
              <a:buFont typeface="Lato"/>
              <a:buNone/>
              <a:defRPr sz="1200">
                <a:latin typeface="Lato"/>
                <a:ea typeface="Lato"/>
                <a:cs typeface="Lato"/>
                <a:sym typeface="Lato"/>
              </a:defRPr>
            </a:lvl1pPr>
            <a:lvl2pPr lvl="1">
              <a:lnSpc>
                <a:spcPct val="100000"/>
              </a:lnSpc>
              <a:spcBef>
                <a:spcPts val="0"/>
              </a:spcBef>
              <a:spcAft>
                <a:spcPts val="0"/>
              </a:spcAft>
              <a:buClr>
                <a:schemeClr val="dk1"/>
              </a:buClr>
              <a:buSzPts val="1200"/>
              <a:buFont typeface="Lato"/>
              <a:buNone/>
              <a:defRPr sz="1200">
                <a:latin typeface="Lato"/>
                <a:ea typeface="Lato"/>
                <a:cs typeface="Lato"/>
                <a:sym typeface="Lato"/>
              </a:defRPr>
            </a:lvl2pPr>
            <a:lvl3pPr lvl="2">
              <a:lnSpc>
                <a:spcPct val="100000"/>
              </a:lnSpc>
              <a:spcBef>
                <a:spcPts val="0"/>
              </a:spcBef>
              <a:spcAft>
                <a:spcPts val="0"/>
              </a:spcAft>
              <a:buClr>
                <a:schemeClr val="dk1"/>
              </a:buClr>
              <a:buSzPts val="1200"/>
              <a:buFont typeface="Lato"/>
              <a:buNone/>
              <a:defRPr sz="1200">
                <a:latin typeface="Lato"/>
                <a:ea typeface="Lato"/>
                <a:cs typeface="Lato"/>
                <a:sym typeface="Lato"/>
              </a:defRPr>
            </a:lvl3pPr>
            <a:lvl4pPr lvl="3">
              <a:lnSpc>
                <a:spcPct val="100000"/>
              </a:lnSpc>
              <a:spcBef>
                <a:spcPts val="0"/>
              </a:spcBef>
              <a:spcAft>
                <a:spcPts val="0"/>
              </a:spcAft>
              <a:buClr>
                <a:schemeClr val="dk1"/>
              </a:buClr>
              <a:buSzPts val="1200"/>
              <a:buFont typeface="Lato"/>
              <a:buNone/>
              <a:defRPr sz="1200">
                <a:latin typeface="Lato"/>
                <a:ea typeface="Lato"/>
                <a:cs typeface="Lato"/>
                <a:sym typeface="Lato"/>
              </a:defRPr>
            </a:lvl4pPr>
            <a:lvl5pPr lvl="4">
              <a:lnSpc>
                <a:spcPct val="100000"/>
              </a:lnSpc>
              <a:spcBef>
                <a:spcPts val="0"/>
              </a:spcBef>
              <a:spcAft>
                <a:spcPts val="0"/>
              </a:spcAft>
              <a:buClr>
                <a:schemeClr val="dk1"/>
              </a:buClr>
              <a:buSzPts val="1200"/>
              <a:buFont typeface="Lato"/>
              <a:buNone/>
              <a:defRPr sz="1200">
                <a:latin typeface="Lato"/>
                <a:ea typeface="Lato"/>
                <a:cs typeface="Lato"/>
                <a:sym typeface="Lato"/>
              </a:defRPr>
            </a:lvl5pPr>
            <a:lvl6pPr lvl="5">
              <a:lnSpc>
                <a:spcPct val="100000"/>
              </a:lnSpc>
              <a:spcBef>
                <a:spcPts val="0"/>
              </a:spcBef>
              <a:spcAft>
                <a:spcPts val="0"/>
              </a:spcAft>
              <a:buClr>
                <a:schemeClr val="dk1"/>
              </a:buClr>
              <a:buSzPts val="1200"/>
              <a:buFont typeface="Lato"/>
              <a:buNone/>
              <a:defRPr sz="1200">
                <a:latin typeface="Lato"/>
                <a:ea typeface="Lato"/>
                <a:cs typeface="Lato"/>
                <a:sym typeface="Lato"/>
              </a:defRPr>
            </a:lvl6pPr>
            <a:lvl7pPr lvl="6">
              <a:lnSpc>
                <a:spcPct val="100000"/>
              </a:lnSpc>
              <a:spcBef>
                <a:spcPts val="0"/>
              </a:spcBef>
              <a:spcAft>
                <a:spcPts val="0"/>
              </a:spcAft>
              <a:buClr>
                <a:schemeClr val="dk1"/>
              </a:buClr>
              <a:buSzPts val="1200"/>
              <a:buFont typeface="Lato"/>
              <a:buNone/>
              <a:defRPr sz="1200">
                <a:latin typeface="Lato"/>
                <a:ea typeface="Lato"/>
                <a:cs typeface="Lato"/>
                <a:sym typeface="Lato"/>
              </a:defRPr>
            </a:lvl7pPr>
            <a:lvl8pPr lvl="7">
              <a:lnSpc>
                <a:spcPct val="100000"/>
              </a:lnSpc>
              <a:spcBef>
                <a:spcPts val="0"/>
              </a:spcBef>
              <a:spcAft>
                <a:spcPts val="0"/>
              </a:spcAft>
              <a:buClr>
                <a:schemeClr val="dk1"/>
              </a:buClr>
              <a:buSzPts val="1200"/>
              <a:buFont typeface="Lato"/>
              <a:buNone/>
              <a:defRPr sz="1200">
                <a:latin typeface="Lato"/>
                <a:ea typeface="Lato"/>
                <a:cs typeface="Lato"/>
                <a:sym typeface="Lato"/>
              </a:defRPr>
            </a:lvl8pPr>
            <a:lvl9pPr lvl="8">
              <a:lnSpc>
                <a:spcPct val="100000"/>
              </a:lnSpc>
              <a:spcBef>
                <a:spcPts val="0"/>
              </a:spcBef>
              <a:spcAft>
                <a:spcPts val="0"/>
              </a:spcAft>
              <a:buClr>
                <a:schemeClr val="dk1"/>
              </a:buClr>
              <a:buSzPts val="1200"/>
              <a:buFont typeface="Lato"/>
              <a:buNone/>
              <a:defRPr sz="1200">
                <a:latin typeface="Lato"/>
                <a:ea typeface="Lato"/>
                <a:cs typeface="Lato"/>
                <a:sym typeface="Lato"/>
              </a:defRPr>
            </a:lvl9pPr>
          </a:lstStyle>
          <a:p/>
        </p:txBody>
      </p:sp>
      <p:sp>
        <p:nvSpPr>
          <p:cNvPr id="1202" name="Google Shape;1202;p76"/>
          <p:cNvSpPr txBox="1"/>
          <p:nvPr>
            <p:ph idx="9" type="subTitle"/>
          </p:nvPr>
        </p:nvSpPr>
        <p:spPr>
          <a:xfrm>
            <a:off x="7258100" y="838600"/>
            <a:ext cx="811500" cy="385800"/>
          </a:xfrm>
          <a:prstGeom prst="rect">
            <a:avLst/>
          </a:prstGeom>
        </p:spPr>
        <p:txBody>
          <a:bodyPr anchorCtr="0" anchor="t" bIns="0" lIns="0" spcFirstLastPara="1" rIns="91425" wrap="square" tIns="0">
            <a:noAutofit/>
          </a:bodyPr>
          <a:lstStyle>
            <a:lvl1pPr lvl="0">
              <a:lnSpc>
                <a:spcPct val="115000"/>
              </a:lnSpc>
              <a:spcBef>
                <a:spcPts val="0"/>
              </a:spcBef>
              <a:spcAft>
                <a:spcPts val="0"/>
              </a:spcAft>
              <a:buClr>
                <a:schemeClr val="accent1"/>
              </a:buClr>
              <a:buSzPts val="1000"/>
              <a:buNone/>
              <a:defRPr>
                <a:solidFill>
                  <a:schemeClr val="accent1"/>
                </a:solidFill>
                <a:latin typeface="Quantico"/>
                <a:ea typeface="Quantico"/>
                <a:cs typeface="Quantico"/>
                <a:sym typeface="Quantico"/>
              </a:defRPr>
            </a:lvl1pPr>
            <a:lvl2pPr lvl="1">
              <a:spcBef>
                <a:spcPts val="1000"/>
              </a:spcBef>
              <a:spcAft>
                <a:spcPts val="0"/>
              </a:spcAft>
              <a:buClr>
                <a:schemeClr val="accent1"/>
              </a:buClr>
              <a:buSzPts val="1000"/>
              <a:buNone/>
              <a:defRPr>
                <a:solidFill>
                  <a:schemeClr val="accent1"/>
                </a:solidFill>
              </a:defRPr>
            </a:lvl2pPr>
            <a:lvl3pPr lvl="2">
              <a:spcBef>
                <a:spcPts val="1000"/>
              </a:spcBef>
              <a:spcAft>
                <a:spcPts val="0"/>
              </a:spcAft>
              <a:buClr>
                <a:schemeClr val="accent1"/>
              </a:buClr>
              <a:buSzPts val="1000"/>
              <a:buNone/>
              <a:defRPr>
                <a:solidFill>
                  <a:schemeClr val="accent1"/>
                </a:solidFill>
              </a:defRPr>
            </a:lvl3pPr>
            <a:lvl4pPr lvl="3">
              <a:spcBef>
                <a:spcPts val="1000"/>
              </a:spcBef>
              <a:spcAft>
                <a:spcPts val="0"/>
              </a:spcAft>
              <a:buClr>
                <a:schemeClr val="accent1"/>
              </a:buClr>
              <a:buSzPts val="1000"/>
              <a:buNone/>
              <a:defRPr>
                <a:solidFill>
                  <a:schemeClr val="accent1"/>
                </a:solidFill>
              </a:defRPr>
            </a:lvl4pPr>
            <a:lvl5pPr lvl="4">
              <a:spcBef>
                <a:spcPts val="1000"/>
              </a:spcBef>
              <a:spcAft>
                <a:spcPts val="0"/>
              </a:spcAft>
              <a:buClr>
                <a:schemeClr val="accent1"/>
              </a:buClr>
              <a:buSzPts val="1000"/>
              <a:buNone/>
              <a:defRPr>
                <a:solidFill>
                  <a:schemeClr val="accent1"/>
                </a:solidFill>
              </a:defRPr>
            </a:lvl5pPr>
            <a:lvl6pPr lvl="5">
              <a:spcBef>
                <a:spcPts val="1000"/>
              </a:spcBef>
              <a:spcAft>
                <a:spcPts val="0"/>
              </a:spcAft>
              <a:buClr>
                <a:schemeClr val="accent1"/>
              </a:buClr>
              <a:buSzPts val="1000"/>
              <a:buNone/>
              <a:defRPr>
                <a:solidFill>
                  <a:schemeClr val="accent1"/>
                </a:solidFill>
              </a:defRPr>
            </a:lvl6pPr>
            <a:lvl7pPr lvl="6">
              <a:spcBef>
                <a:spcPts val="1000"/>
              </a:spcBef>
              <a:spcAft>
                <a:spcPts val="0"/>
              </a:spcAft>
              <a:buClr>
                <a:schemeClr val="accent1"/>
              </a:buClr>
              <a:buSzPts val="1000"/>
              <a:buNone/>
              <a:defRPr>
                <a:solidFill>
                  <a:schemeClr val="accent1"/>
                </a:solidFill>
              </a:defRPr>
            </a:lvl7pPr>
            <a:lvl8pPr lvl="7">
              <a:spcBef>
                <a:spcPts val="1000"/>
              </a:spcBef>
              <a:spcAft>
                <a:spcPts val="0"/>
              </a:spcAft>
              <a:buClr>
                <a:schemeClr val="accent1"/>
              </a:buClr>
              <a:buSzPts val="1000"/>
              <a:buNone/>
              <a:defRPr>
                <a:solidFill>
                  <a:schemeClr val="accent1"/>
                </a:solidFill>
              </a:defRPr>
            </a:lvl8pPr>
            <a:lvl9pPr lvl="8">
              <a:spcBef>
                <a:spcPts val="1000"/>
              </a:spcBef>
              <a:spcAft>
                <a:spcPts val="1000"/>
              </a:spcAft>
              <a:buClr>
                <a:schemeClr val="accent1"/>
              </a:buClr>
              <a:buSzPts val="1000"/>
              <a:buNone/>
              <a:defRPr>
                <a:solidFill>
                  <a:schemeClr val="accent1"/>
                </a:solidFill>
              </a:defRPr>
            </a:lvl9pPr>
          </a:lstStyle>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CUSTOM_1_1">
    <p:bg>
      <p:bgPr>
        <a:solidFill>
          <a:schemeClr val="accent1"/>
        </a:solidFill>
      </p:bgPr>
    </p:bg>
    <p:spTree>
      <p:nvGrpSpPr>
        <p:cNvPr id="1203" name="Shape 1203"/>
        <p:cNvGrpSpPr/>
        <p:nvPr/>
      </p:nvGrpSpPr>
      <p:grpSpPr>
        <a:xfrm>
          <a:off x="0" y="0"/>
          <a:ext cx="0" cy="0"/>
          <a:chOff x="0" y="0"/>
          <a:chExt cx="0" cy="0"/>
        </a:xfrm>
      </p:grpSpPr>
      <p:sp>
        <p:nvSpPr>
          <p:cNvPr id="1204" name="Google Shape;1204;p77"/>
          <p:cNvSpPr/>
          <p:nvPr/>
        </p:nvSpPr>
        <p:spPr>
          <a:xfrm flipH="1">
            <a:off x="433300" y="0"/>
            <a:ext cx="85602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05" name="Google Shape;1205;p77"/>
          <p:cNvSpPr/>
          <p:nvPr/>
        </p:nvSpPr>
        <p:spPr>
          <a:xfrm flipH="1">
            <a:off x="433300" y="0"/>
            <a:ext cx="84159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06" name="Google Shape;1206;p77"/>
          <p:cNvSpPr/>
          <p:nvPr/>
        </p:nvSpPr>
        <p:spPr>
          <a:xfrm flipH="1">
            <a:off x="-10550" y="0"/>
            <a:ext cx="8710800" cy="5143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07" name="Google Shape;1207;p77"/>
          <p:cNvSpPr/>
          <p:nvPr/>
        </p:nvSpPr>
        <p:spPr>
          <a:xfrm>
            <a:off x="1504259" y="3582046"/>
            <a:ext cx="3354000" cy="1037700"/>
          </a:xfrm>
          <a:prstGeom prst="snip1Rect">
            <a:avLst>
              <a:gd fmla="val 24462" name="adj"/>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Quantico"/>
              <a:ea typeface="Quantico"/>
              <a:cs typeface="Quantico"/>
              <a:sym typeface="Quantico"/>
            </a:endParaRPr>
          </a:p>
        </p:txBody>
      </p:sp>
      <p:sp>
        <p:nvSpPr>
          <p:cNvPr id="1208" name="Google Shape;1208;p77"/>
          <p:cNvSpPr txBox="1"/>
          <p:nvPr>
            <p:ph type="title"/>
          </p:nvPr>
        </p:nvSpPr>
        <p:spPr>
          <a:xfrm>
            <a:off x="2131600" y="3667325"/>
            <a:ext cx="2026500" cy="367200"/>
          </a:xfrm>
          <a:prstGeom prst="rect">
            <a:avLst/>
          </a:prstGeom>
        </p:spPr>
        <p:txBody>
          <a:bodyPr anchorCtr="0" anchor="ctr" bIns="0" lIns="0" spcFirstLastPara="1" rIns="91425" wrap="square" tIns="0">
            <a:noAutofit/>
          </a:bodyPr>
          <a:lstStyle>
            <a:lvl1pPr lvl="0" algn="ctr">
              <a:lnSpc>
                <a:spcPct val="100000"/>
              </a:lnSpc>
              <a:spcBef>
                <a:spcPts val="0"/>
              </a:spcBef>
              <a:spcAft>
                <a:spcPts val="0"/>
              </a:spcAft>
              <a:buClr>
                <a:schemeClr val="dk1"/>
              </a:buClr>
              <a:buSzPts val="3000"/>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p:txBody>
      </p:sp>
      <p:sp>
        <p:nvSpPr>
          <p:cNvPr id="1209" name="Google Shape;1209;p77"/>
          <p:cNvSpPr txBox="1"/>
          <p:nvPr>
            <p:ph idx="1" type="subTitle"/>
          </p:nvPr>
        </p:nvSpPr>
        <p:spPr>
          <a:xfrm>
            <a:off x="1917225" y="4072850"/>
            <a:ext cx="2536500" cy="5469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1000"/>
              <a:buNone/>
              <a:defRPr>
                <a:solidFill>
                  <a:schemeClr val="dk1"/>
                </a:solidFill>
              </a:defRPr>
            </a:lvl1pPr>
            <a:lvl2pPr lvl="1">
              <a:spcBef>
                <a:spcPts val="1000"/>
              </a:spcBef>
              <a:spcAft>
                <a:spcPts val="0"/>
              </a:spcAft>
              <a:buClr>
                <a:schemeClr val="dk1"/>
              </a:buClr>
              <a:buSzPts val="1000"/>
              <a:buNone/>
              <a:defRPr>
                <a:solidFill>
                  <a:schemeClr val="dk1"/>
                </a:solidFill>
              </a:defRPr>
            </a:lvl2pPr>
            <a:lvl3pPr lvl="2">
              <a:spcBef>
                <a:spcPts val="1000"/>
              </a:spcBef>
              <a:spcAft>
                <a:spcPts val="0"/>
              </a:spcAft>
              <a:buClr>
                <a:schemeClr val="dk1"/>
              </a:buClr>
              <a:buSzPts val="1000"/>
              <a:buNone/>
              <a:defRPr>
                <a:solidFill>
                  <a:schemeClr val="dk1"/>
                </a:solidFill>
              </a:defRPr>
            </a:lvl3pPr>
            <a:lvl4pPr lvl="3">
              <a:spcBef>
                <a:spcPts val="1000"/>
              </a:spcBef>
              <a:spcAft>
                <a:spcPts val="0"/>
              </a:spcAft>
              <a:buClr>
                <a:schemeClr val="dk1"/>
              </a:buClr>
              <a:buSzPts val="1000"/>
              <a:buNone/>
              <a:defRPr>
                <a:solidFill>
                  <a:schemeClr val="dk1"/>
                </a:solidFill>
              </a:defRPr>
            </a:lvl4pPr>
            <a:lvl5pPr lvl="4">
              <a:spcBef>
                <a:spcPts val="1000"/>
              </a:spcBef>
              <a:spcAft>
                <a:spcPts val="0"/>
              </a:spcAft>
              <a:buClr>
                <a:schemeClr val="dk1"/>
              </a:buClr>
              <a:buSzPts val="1000"/>
              <a:buNone/>
              <a:defRPr>
                <a:solidFill>
                  <a:schemeClr val="dk1"/>
                </a:solidFill>
              </a:defRPr>
            </a:lvl5pPr>
            <a:lvl6pPr lvl="5">
              <a:spcBef>
                <a:spcPts val="1000"/>
              </a:spcBef>
              <a:spcAft>
                <a:spcPts val="0"/>
              </a:spcAft>
              <a:buClr>
                <a:schemeClr val="dk1"/>
              </a:buClr>
              <a:buSzPts val="1000"/>
              <a:buNone/>
              <a:defRPr>
                <a:solidFill>
                  <a:schemeClr val="dk1"/>
                </a:solidFill>
              </a:defRPr>
            </a:lvl6pPr>
            <a:lvl7pPr lvl="6">
              <a:spcBef>
                <a:spcPts val="1000"/>
              </a:spcBef>
              <a:spcAft>
                <a:spcPts val="0"/>
              </a:spcAft>
              <a:buClr>
                <a:schemeClr val="dk1"/>
              </a:buClr>
              <a:buSzPts val="1000"/>
              <a:buNone/>
              <a:defRPr>
                <a:solidFill>
                  <a:schemeClr val="dk1"/>
                </a:solidFill>
              </a:defRPr>
            </a:lvl7pPr>
            <a:lvl8pPr lvl="7">
              <a:spcBef>
                <a:spcPts val="1000"/>
              </a:spcBef>
              <a:spcAft>
                <a:spcPts val="0"/>
              </a:spcAft>
              <a:buClr>
                <a:schemeClr val="dk1"/>
              </a:buClr>
              <a:buSzPts val="1000"/>
              <a:buNone/>
              <a:defRPr>
                <a:solidFill>
                  <a:schemeClr val="dk1"/>
                </a:solidFill>
              </a:defRPr>
            </a:lvl8pPr>
            <a:lvl9pPr lvl="8">
              <a:spcBef>
                <a:spcPts val="1000"/>
              </a:spcBef>
              <a:spcAft>
                <a:spcPts val="1000"/>
              </a:spcAft>
              <a:buClr>
                <a:schemeClr val="dk1"/>
              </a:buClr>
              <a:buSzPts val="1000"/>
              <a:buNone/>
              <a:defRPr>
                <a:solidFill>
                  <a:schemeClr val="dk1"/>
                </a:solidFill>
              </a:defRPr>
            </a:lvl9pPr>
          </a:lstStyle>
          <a:p/>
        </p:txBody>
      </p:sp>
      <p:sp>
        <p:nvSpPr>
          <p:cNvPr id="1210" name="Google Shape;1210;p77"/>
          <p:cNvSpPr/>
          <p:nvPr>
            <p:ph idx="2" type="pic"/>
          </p:nvPr>
        </p:nvSpPr>
        <p:spPr>
          <a:xfrm>
            <a:off x="387475" y="3575855"/>
            <a:ext cx="1309500" cy="1050000"/>
          </a:xfrm>
          <a:prstGeom prst="snip1Rect">
            <a:avLst>
              <a:gd fmla="val 16667" name="adj"/>
            </a:avLst>
          </a:prstGeom>
          <a:noFill/>
          <a:ln>
            <a:noFill/>
          </a:ln>
        </p:spPr>
      </p:sp>
      <p:sp>
        <p:nvSpPr>
          <p:cNvPr id="1211" name="Google Shape;1211;p77"/>
          <p:cNvSpPr txBox="1"/>
          <p:nvPr>
            <p:ph idx="3" type="title"/>
          </p:nvPr>
        </p:nvSpPr>
        <p:spPr>
          <a:xfrm>
            <a:off x="409500" y="1578275"/>
            <a:ext cx="3354000" cy="1091100"/>
          </a:xfrm>
          <a:prstGeom prst="rect">
            <a:avLst/>
          </a:prstGeom>
        </p:spPr>
        <p:txBody>
          <a:bodyPr anchorCtr="0" anchor="t" bIns="0" lIns="0" spcFirstLastPara="1" rIns="91425" wrap="square" tIns="0">
            <a:noAutofit/>
          </a:bodyPr>
          <a:lstStyle>
            <a:lvl1pPr lvl="0">
              <a:lnSpc>
                <a:spcPct val="100000"/>
              </a:lnSpc>
              <a:spcBef>
                <a:spcPts val="0"/>
              </a:spcBef>
              <a:spcAft>
                <a:spcPts val="0"/>
              </a:spcAft>
              <a:buClr>
                <a:schemeClr val="dk1"/>
              </a:buClr>
              <a:buSzPts val="3400"/>
              <a:buNone/>
              <a:defRPr sz="1600">
                <a:latin typeface="Lato"/>
                <a:ea typeface="Lato"/>
                <a:cs typeface="Lato"/>
                <a:sym typeface="Lato"/>
              </a:defRPr>
            </a:lvl1pPr>
            <a:lvl2pPr lvl="1">
              <a:lnSpc>
                <a:spcPct val="100000"/>
              </a:lnSpc>
              <a:spcBef>
                <a:spcPts val="0"/>
              </a:spcBef>
              <a:spcAft>
                <a:spcPts val="0"/>
              </a:spcAft>
              <a:buClr>
                <a:schemeClr val="dk1"/>
              </a:buClr>
              <a:buSzPts val="3400"/>
              <a:buNone/>
              <a:defRPr sz="1600">
                <a:latin typeface="Lato"/>
                <a:ea typeface="Lato"/>
                <a:cs typeface="Lato"/>
                <a:sym typeface="Lato"/>
              </a:defRPr>
            </a:lvl2pPr>
            <a:lvl3pPr lvl="2">
              <a:lnSpc>
                <a:spcPct val="100000"/>
              </a:lnSpc>
              <a:spcBef>
                <a:spcPts val="0"/>
              </a:spcBef>
              <a:spcAft>
                <a:spcPts val="0"/>
              </a:spcAft>
              <a:buClr>
                <a:schemeClr val="dk1"/>
              </a:buClr>
              <a:buSzPts val="3400"/>
              <a:buNone/>
              <a:defRPr sz="1600">
                <a:latin typeface="Lato"/>
                <a:ea typeface="Lato"/>
                <a:cs typeface="Lato"/>
                <a:sym typeface="Lato"/>
              </a:defRPr>
            </a:lvl3pPr>
            <a:lvl4pPr lvl="3">
              <a:lnSpc>
                <a:spcPct val="100000"/>
              </a:lnSpc>
              <a:spcBef>
                <a:spcPts val="0"/>
              </a:spcBef>
              <a:spcAft>
                <a:spcPts val="0"/>
              </a:spcAft>
              <a:buClr>
                <a:schemeClr val="dk1"/>
              </a:buClr>
              <a:buSzPts val="3400"/>
              <a:buNone/>
              <a:defRPr sz="1600">
                <a:latin typeface="Lato"/>
                <a:ea typeface="Lato"/>
                <a:cs typeface="Lato"/>
                <a:sym typeface="Lato"/>
              </a:defRPr>
            </a:lvl4pPr>
            <a:lvl5pPr lvl="4">
              <a:lnSpc>
                <a:spcPct val="100000"/>
              </a:lnSpc>
              <a:spcBef>
                <a:spcPts val="0"/>
              </a:spcBef>
              <a:spcAft>
                <a:spcPts val="0"/>
              </a:spcAft>
              <a:buClr>
                <a:schemeClr val="dk1"/>
              </a:buClr>
              <a:buSzPts val="3400"/>
              <a:buNone/>
              <a:defRPr sz="1600">
                <a:latin typeface="Lato"/>
                <a:ea typeface="Lato"/>
                <a:cs typeface="Lato"/>
                <a:sym typeface="Lato"/>
              </a:defRPr>
            </a:lvl5pPr>
            <a:lvl6pPr lvl="5">
              <a:lnSpc>
                <a:spcPct val="100000"/>
              </a:lnSpc>
              <a:spcBef>
                <a:spcPts val="0"/>
              </a:spcBef>
              <a:spcAft>
                <a:spcPts val="0"/>
              </a:spcAft>
              <a:buClr>
                <a:schemeClr val="dk1"/>
              </a:buClr>
              <a:buSzPts val="3400"/>
              <a:buNone/>
              <a:defRPr sz="1600">
                <a:latin typeface="Lato"/>
                <a:ea typeface="Lato"/>
                <a:cs typeface="Lato"/>
                <a:sym typeface="Lato"/>
              </a:defRPr>
            </a:lvl6pPr>
            <a:lvl7pPr lvl="6">
              <a:lnSpc>
                <a:spcPct val="100000"/>
              </a:lnSpc>
              <a:spcBef>
                <a:spcPts val="0"/>
              </a:spcBef>
              <a:spcAft>
                <a:spcPts val="0"/>
              </a:spcAft>
              <a:buClr>
                <a:schemeClr val="dk1"/>
              </a:buClr>
              <a:buSzPts val="3400"/>
              <a:buNone/>
              <a:defRPr sz="1600">
                <a:latin typeface="Lato"/>
                <a:ea typeface="Lato"/>
                <a:cs typeface="Lato"/>
                <a:sym typeface="Lato"/>
              </a:defRPr>
            </a:lvl7pPr>
            <a:lvl8pPr lvl="7">
              <a:lnSpc>
                <a:spcPct val="100000"/>
              </a:lnSpc>
              <a:spcBef>
                <a:spcPts val="0"/>
              </a:spcBef>
              <a:spcAft>
                <a:spcPts val="0"/>
              </a:spcAft>
              <a:buClr>
                <a:schemeClr val="dk1"/>
              </a:buClr>
              <a:buSzPts val="3400"/>
              <a:buNone/>
              <a:defRPr sz="1600">
                <a:latin typeface="Lato"/>
                <a:ea typeface="Lato"/>
                <a:cs typeface="Lato"/>
                <a:sym typeface="Lato"/>
              </a:defRPr>
            </a:lvl8pPr>
            <a:lvl9pPr lvl="8">
              <a:lnSpc>
                <a:spcPct val="100000"/>
              </a:lnSpc>
              <a:spcBef>
                <a:spcPts val="0"/>
              </a:spcBef>
              <a:spcAft>
                <a:spcPts val="0"/>
              </a:spcAft>
              <a:buClr>
                <a:schemeClr val="dk1"/>
              </a:buClr>
              <a:buSzPts val="3400"/>
              <a:buNone/>
              <a:defRPr sz="1600">
                <a:latin typeface="Lato"/>
                <a:ea typeface="Lato"/>
                <a:cs typeface="Lato"/>
                <a:sym typeface="Lato"/>
              </a:defRPr>
            </a:lvl9pPr>
          </a:lstStyle>
          <a:p/>
        </p:txBody>
      </p:sp>
      <p:sp>
        <p:nvSpPr>
          <p:cNvPr id="1212" name="Google Shape;1212;p77"/>
          <p:cNvSpPr txBox="1"/>
          <p:nvPr>
            <p:ph idx="4" type="title"/>
          </p:nvPr>
        </p:nvSpPr>
        <p:spPr>
          <a:xfrm>
            <a:off x="409500" y="401500"/>
            <a:ext cx="3748500" cy="1091100"/>
          </a:xfrm>
          <a:prstGeom prst="rect">
            <a:avLst/>
          </a:prstGeom>
        </p:spPr>
        <p:txBody>
          <a:bodyPr anchorCtr="0" anchor="ctr" bIns="0" lIns="0" spcFirstLastPara="1" rIns="91425" wrap="square" tIns="0">
            <a:noAutofit/>
          </a:bodyPr>
          <a:lstStyle>
            <a:lvl1pPr lvl="0">
              <a:lnSpc>
                <a:spcPct val="90000"/>
              </a:lnSpc>
              <a:spcBef>
                <a:spcPts val="0"/>
              </a:spcBef>
              <a:spcAft>
                <a:spcPts val="0"/>
              </a:spcAft>
              <a:buClr>
                <a:schemeClr val="dk1"/>
              </a:buClr>
              <a:buSzPts val="4800"/>
              <a:buNone/>
              <a:defRPr sz="4800"/>
            </a:lvl1pPr>
            <a:lvl2pPr lvl="1">
              <a:spcBef>
                <a:spcPts val="0"/>
              </a:spcBef>
              <a:spcAft>
                <a:spcPts val="0"/>
              </a:spcAft>
              <a:buClr>
                <a:schemeClr val="dk1"/>
              </a:buClr>
              <a:buSzPts val="4800"/>
              <a:buNone/>
              <a:defRPr sz="4800">
                <a:latin typeface="Quantico"/>
                <a:ea typeface="Quantico"/>
                <a:cs typeface="Quantico"/>
                <a:sym typeface="Quantico"/>
              </a:defRPr>
            </a:lvl2pPr>
            <a:lvl3pPr lvl="2">
              <a:spcBef>
                <a:spcPts val="0"/>
              </a:spcBef>
              <a:spcAft>
                <a:spcPts val="0"/>
              </a:spcAft>
              <a:buClr>
                <a:schemeClr val="dk1"/>
              </a:buClr>
              <a:buSzPts val="4800"/>
              <a:buNone/>
              <a:defRPr sz="4800">
                <a:latin typeface="Quantico"/>
                <a:ea typeface="Quantico"/>
                <a:cs typeface="Quantico"/>
                <a:sym typeface="Quantico"/>
              </a:defRPr>
            </a:lvl3pPr>
            <a:lvl4pPr lvl="3">
              <a:spcBef>
                <a:spcPts val="0"/>
              </a:spcBef>
              <a:spcAft>
                <a:spcPts val="0"/>
              </a:spcAft>
              <a:buClr>
                <a:schemeClr val="dk1"/>
              </a:buClr>
              <a:buSzPts val="4800"/>
              <a:buNone/>
              <a:defRPr sz="4800">
                <a:latin typeface="Quantico"/>
                <a:ea typeface="Quantico"/>
                <a:cs typeface="Quantico"/>
                <a:sym typeface="Quantico"/>
              </a:defRPr>
            </a:lvl4pPr>
            <a:lvl5pPr lvl="4">
              <a:spcBef>
                <a:spcPts val="0"/>
              </a:spcBef>
              <a:spcAft>
                <a:spcPts val="0"/>
              </a:spcAft>
              <a:buClr>
                <a:schemeClr val="dk1"/>
              </a:buClr>
              <a:buSzPts val="4800"/>
              <a:buNone/>
              <a:defRPr sz="4800">
                <a:latin typeface="Quantico"/>
                <a:ea typeface="Quantico"/>
                <a:cs typeface="Quantico"/>
                <a:sym typeface="Quantico"/>
              </a:defRPr>
            </a:lvl5pPr>
            <a:lvl6pPr lvl="5">
              <a:spcBef>
                <a:spcPts val="0"/>
              </a:spcBef>
              <a:spcAft>
                <a:spcPts val="0"/>
              </a:spcAft>
              <a:buClr>
                <a:schemeClr val="dk1"/>
              </a:buClr>
              <a:buSzPts val="4800"/>
              <a:buNone/>
              <a:defRPr sz="4800">
                <a:latin typeface="Quantico"/>
                <a:ea typeface="Quantico"/>
                <a:cs typeface="Quantico"/>
                <a:sym typeface="Quantico"/>
              </a:defRPr>
            </a:lvl6pPr>
            <a:lvl7pPr lvl="6">
              <a:spcBef>
                <a:spcPts val="0"/>
              </a:spcBef>
              <a:spcAft>
                <a:spcPts val="0"/>
              </a:spcAft>
              <a:buClr>
                <a:schemeClr val="dk1"/>
              </a:buClr>
              <a:buSzPts val="4800"/>
              <a:buNone/>
              <a:defRPr sz="4800">
                <a:latin typeface="Quantico"/>
                <a:ea typeface="Quantico"/>
                <a:cs typeface="Quantico"/>
                <a:sym typeface="Quantico"/>
              </a:defRPr>
            </a:lvl7pPr>
            <a:lvl8pPr lvl="7">
              <a:spcBef>
                <a:spcPts val="0"/>
              </a:spcBef>
              <a:spcAft>
                <a:spcPts val="0"/>
              </a:spcAft>
              <a:buClr>
                <a:schemeClr val="dk1"/>
              </a:buClr>
              <a:buSzPts val="4800"/>
              <a:buNone/>
              <a:defRPr sz="4800">
                <a:latin typeface="Quantico"/>
                <a:ea typeface="Quantico"/>
                <a:cs typeface="Quantico"/>
                <a:sym typeface="Quantico"/>
              </a:defRPr>
            </a:lvl8pPr>
            <a:lvl9pPr lvl="8">
              <a:spcBef>
                <a:spcPts val="0"/>
              </a:spcBef>
              <a:spcAft>
                <a:spcPts val="0"/>
              </a:spcAft>
              <a:buClr>
                <a:schemeClr val="dk1"/>
              </a:buClr>
              <a:buSzPts val="4800"/>
              <a:buNone/>
              <a:defRPr sz="4800">
                <a:latin typeface="Quantico"/>
                <a:ea typeface="Quantico"/>
                <a:cs typeface="Quantico"/>
                <a:sym typeface="Quantico"/>
              </a:defRPr>
            </a:lvl9pPr>
          </a:lstStyle>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213" name="Shape 1213"/>
        <p:cNvGrpSpPr/>
        <p:nvPr/>
      </p:nvGrpSpPr>
      <p:grpSpPr>
        <a:xfrm>
          <a:off x="0" y="0"/>
          <a:ext cx="0" cy="0"/>
          <a:chOff x="0" y="0"/>
          <a:chExt cx="0" cy="0"/>
        </a:xfrm>
      </p:grpSpPr>
      <p:sp>
        <p:nvSpPr>
          <p:cNvPr id="1214" name="Google Shape;1214;p78"/>
          <p:cNvSpPr txBox="1"/>
          <p:nvPr>
            <p:ph type="title"/>
          </p:nvPr>
        </p:nvSpPr>
        <p:spPr>
          <a:xfrm>
            <a:off x="311700" y="2150850"/>
            <a:ext cx="8520600" cy="841800"/>
          </a:xfrm>
          <a:prstGeom prst="rect">
            <a:avLst/>
          </a:prstGeom>
        </p:spPr>
        <p:txBody>
          <a:bodyPr anchorCtr="0" anchor="ctr" bIns="0" lIns="0" spcFirstLastPara="1" rIns="91425"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215" name="Shape 1215"/>
        <p:cNvGrpSpPr/>
        <p:nvPr/>
      </p:nvGrpSpPr>
      <p:grpSpPr>
        <a:xfrm>
          <a:off x="0" y="0"/>
          <a:ext cx="0" cy="0"/>
          <a:chOff x="0" y="0"/>
          <a:chExt cx="0" cy="0"/>
        </a:xfrm>
      </p:grpSpPr>
      <p:sp>
        <p:nvSpPr>
          <p:cNvPr id="1216" name="Google Shape;1216;p79"/>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17" name="Google Shape;1217;p79"/>
          <p:cNvSpPr txBox="1"/>
          <p:nvPr>
            <p:ph idx="1" type="body"/>
          </p:nvPr>
        </p:nvSpPr>
        <p:spPr>
          <a:xfrm>
            <a:off x="311700" y="1152475"/>
            <a:ext cx="85206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218" name="Shape 1218"/>
        <p:cNvGrpSpPr/>
        <p:nvPr/>
      </p:nvGrpSpPr>
      <p:grpSpPr>
        <a:xfrm>
          <a:off x="0" y="0"/>
          <a:ext cx="0" cy="0"/>
          <a:chOff x="0" y="0"/>
          <a:chExt cx="0" cy="0"/>
        </a:xfrm>
      </p:grpSpPr>
      <p:sp>
        <p:nvSpPr>
          <p:cNvPr id="1219" name="Google Shape;1219;p80"/>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220" name="Shape 1220"/>
        <p:cNvGrpSpPr/>
        <p:nvPr/>
      </p:nvGrpSpPr>
      <p:grpSpPr>
        <a:xfrm>
          <a:off x="0" y="0"/>
          <a:ext cx="0" cy="0"/>
          <a:chOff x="0" y="0"/>
          <a:chExt cx="0" cy="0"/>
        </a:xfrm>
      </p:grpSpPr>
      <p:sp>
        <p:nvSpPr>
          <p:cNvPr id="1221" name="Google Shape;1221;p81"/>
          <p:cNvSpPr txBox="1"/>
          <p:nvPr>
            <p:ph type="title"/>
          </p:nvPr>
        </p:nvSpPr>
        <p:spPr>
          <a:xfrm>
            <a:off x="311700" y="555600"/>
            <a:ext cx="2808000" cy="755700"/>
          </a:xfrm>
          <a:prstGeom prst="rect">
            <a:avLst/>
          </a:prstGeom>
        </p:spPr>
        <p:txBody>
          <a:bodyPr anchorCtr="0" anchor="b" bIns="0" lIns="0" spcFirstLastPara="1" rIns="91425"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22" name="Google Shape;1222;p81"/>
          <p:cNvSpPr txBox="1"/>
          <p:nvPr>
            <p:ph idx="1" type="body"/>
          </p:nvPr>
        </p:nvSpPr>
        <p:spPr>
          <a:xfrm>
            <a:off x="311700" y="1389600"/>
            <a:ext cx="2808000" cy="31794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223" name="Shape 1223"/>
        <p:cNvGrpSpPr/>
        <p:nvPr/>
      </p:nvGrpSpPr>
      <p:grpSpPr>
        <a:xfrm>
          <a:off x="0" y="0"/>
          <a:ext cx="0" cy="0"/>
          <a:chOff x="0" y="0"/>
          <a:chExt cx="0" cy="0"/>
        </a:xfrm>
      </p:grpSpPr>
      <p:sp>
        <p:nvSpPr>
          <p:cNvPr id="1224" name="Google Shape;1224;p82"/>
          <p:cNvSpPr txBox="1"/>
          <p:nvPr>
            <p:ph type="title"/>
          </p:nvPr>
        </p:nvSpPr>
        <p:spPr>
          <a:xfrm>
            <a:off x="490250" y="450150"/>
            <a:ext cx="6367800" cy="4090800"/>
          </a:xfrm>
          <a:prstGeom prst="rect">
            <a:avLst/>
          </a:prstGeom>
        </p:spPr>
        <p:txBody>
          <a:bodyPr anchorCtr="0" anchor="ctr" bIns="0" lIns="0" spcFirstLastPara="1" rIns="91425"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225" name="Shape 1225"/>
        <p:cNvGrpSpPr/>
        <p:nvPr/>
      </p:nvGrpSpPr>
      <p:grpSpPr>
        <a:xfrm>
          <a:off x="0" y="0"/>
          <a:ext cx="0" cy="0"/>
          <a:chOff x="0" y="0"/>
          <a:chExt cx="0" cy="0"/>
        </a:xfrm>
      </p:grpSpPr>
      <p:sp>
        <p:nvSpPr>
          <p:cNvPr id="1226" name="Google Shape;1226;p83"/>
          <p:cNvSpPr txBox="1"/>
          <p:nvPr>
            <p:ph type="title"/>
          </p:nvPr>
        </p:nvSpPr>
        <p:spPr>
          <a:xfrm>
            <a:off x="265500" y="1233175"/>
            <a:ext cx="4045200" cy="1482300"/>
          </a:xfrm>
          <a:prstGeom prst="rect">
            <a:avLst/>
          </a:prstGeom>
        </p:spPr>
        <p:txBody>
          <a:bodyPr anchorCtr="0" anchor="b" bIns="0" lIns="0" spcFirstLastPara="1" rIns="91425"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27" name="Google Shape;1227;p83"/>
          <p:cNvSpPr txBox="1"/>
          <p:nvPr>
            <p:ph idx="1" type="subTitle"/>
          </p:nvPr>
        </p:nvSpPr>
        <p:spPr>
          <a:xfrm>
            <a:off x="265500" y="2803075"/>
            <a:ext cx="4045200" cy="1235100"/>
          </a:xfrm>
          <a:prstGeom prst="rect">
            <a:avLst/>
          </a:prstGeom>
        </p:spPr>
        <p:txBody>
          <a:bodyPr anchorCtr="0" anchor="t" bIns="0" lIns="0" spcFirstLastPara="1" rIns="91425" wrap="square" tIns="0">
            <a:noAutofit/>
          </a:bodyPr>
          <a:lstStyle>
            <a:lvl1pPr lvl="0" algn="ctr">
              <a:lnSpc>
                <a:spcPct val="100000"/>
              </a:lnSpc>
              <a:spcBef>
                <a:spcPts val="0"/>
              </a:spcBef>
              <a:spcAft>
                <a:spcPts val="0"/>
              </a:spcAft>
              <a:buSzPts val="2100"/>
              <a:buNone/>
              <a:defRPr sz="2100"/>
            </a:lvl1pPr>
            <a:lvl2pPr lvl="1" algn="ctr">
              <a:lnSpc>
                <a:spcPct val="100000"/>
              </a:lnSpc>
              <a:spcBef>
                <a:spcPts val="1000"/>
              </a:spcBef>
              <a:spcAft>
                <a:spcPts val="0"/>
              </a:spcAft>
              <a:buSzPts val="2100"/>
              <a:buNone/>
              <a:defRPr sz="2100"/>
            </a:lvl2pPr>
            <a:lvl3pPr lvl="2" algn="ctr">
              <a:lnSpc>
                <a:spcPct val="100000"/>
              </a:lnSpc>
              <a:spcBef>
                <a:spcPts val="1000"/>
              </a:spcBef>
              <a:spcAft>
                <a:spcPts val="0"/>
              </a:spcAft>
              <a:buSzPts val="2100"/>
              <a:buNone/>
              <a:defRPr sz="2100"/>
            </a:lvl3pPr>
            <a:lvl4pPr lvl="3" algn="ctr">
              <a:lnSpc>
                <a:spcPct val="100000"/>
              </a:lnSpc>
              <a:spcBef>
                <a:spcPts val="1000"/>
              </a:spcBef>
              <a:spcAft>
                <a:spcPts val="0"/>
              </a:spcAft>
              <a:buSzPts val="2100"/>
              <a:buNone/>
              <a:defRPr sz="2100"/>
            </a:lvl4pPr>
            <a:lvl5pPr lvl="4" algn="ctr">
              <a:lnSpc>
                <a:spcPct val="100000"/>
              </a:lnSpc>
              <a:spcBef>
                <a:spcPts val="1000"/>
              </a:spcBef>
              <a:spcAft>
                <a:spcPts val="0"/>
              </a:spcAft>
              <a:buSzPts val="2100"/>
              <a:buNone/>
              <a:defRPr sz="2100"/>
            </a:lvl5pPr>
            <a:lvl6pPr lvl="5" algn="ctr">
              <a:lnSpc>
                <a:spcPct val="100000"/>
              </a:lnSpc>
              <a:spcBef>
                <a:spcPts val="1000"/>
              </a:spcBef>
              <a:spcAft>
                <a:spcPts val="0"/>
              </a:spcAft>
              <a:buSzPts val="2100"/>
              <a:buNone/>
              <a:defRPr sz="2100"/>
            </a:lvl6pPr>
            <a:lvl7pPr lvl="6" algn="ctr">
              <a:lnSpc>
                <a:spcPct val="100000"/>
              </a:lnSpc>
              <a:spcBef>
                <a:spcPts val="1000"/>
              </a:spcBef>
              <a:spcAft>
                <a:spcPts val="0"/>
              </a:spcAft>
              <a:buSzPts val="2100"/>
              <a:buNone/>
              <a:defRPr sz="2100"/>
            </a:lvl7pPr>
            <a:lvl8pPr lvl="7" algn="ctr">
              <a:lnSpc>
                <a:spcPct val="100000"/>
              </a:lnSpc>
              <a:spcBef>
                <a:spcPts val="1000"/>
              </a:spcBef>
              <a:spcAft>
                <a:spcPts val="0"/>
              </a:spcAft>
              <a:buSzPts val="2100"/>
              <a:buNone/>
              <a:defRPr sz="2100"/>
            </a:lvl8pPr>
            <a:lvl9pPr lvl="8" algn="ctr">
              <a:lnSpc>
                <a:spcPct val="100000"/>
              </a:lnSpc>
              <a:spcBef>
                <a:spcPts val="1000"/>
              </a:spcBef>
              <a:spcAft>
                <a:spcPts val="0"/>
              </a:spcAft>
              <a:buSzPts val="2100"/>
              <a:buNone/>
              <a:defRPr sz="2100"/>
            </a:lvl9pPr>
          </a:lstStyle>
          <a:p/>
        </p:txBody>
      </p:sp>
      <p:sp>
        <p:nvSpPr>
          <p:cNvPr id="1228" name="Google Shape;1228;p83"/>
          <p:cNvSpPr txBox="1"/>
          <p:nvPr>
            <p:ph idx="2" type="body"/>
          </p:nvPr>
        </p:nvSpPr>
        <p:spPr>
          <a:xfrm>
            <a:off x="4939500" y="724075"/>
            <a:ext cx="3837000" cy="3695100"/>
          </a:xfrm>
          <a:prstGeom prst="rect">
            <a:avLst/>
          </a:prstGeom>
        </p:spPr>
        <p:txBody>
          <a:bodyPr anchorCtr="0" anchor="ctr"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229" name="Shape 1229"/>
        <p:cNvGrpSpPr/>
        <p:nvPr/>
      </p:nvGrpSpPr>
      <p:grpSpPr>
        <a:xfrm>
          <a:off x="0" y="0"/>
          <a:ext cx="0" cy="0"/>
          <a:chOff x="0" y="0"/>
          <a:chExt cx="0" cy="0"/>
        </a:xfrm>
      </p:grpSpPr>
      <p:sp>
        <p:nvSpPr>
          <p:cNvPr id="1230" name="Google Shape;1230;p84"/>
          <p:cNvSpPr txBox="1"/>
          <p:nvPr>
            <p:ph idx="1" type="body"/>
          </p:nvPr>
        </p:nvSpPr>
        <p:spPr>
          <a:xfrm>
            <a:off x="311700" y="4230575"/>
            <a:ext cx="5998800" cy="605100"/>
          </a:xfrm>
          <a:prstGeom prst="rect">
            <a:avLst/>
          </a:prstGeom>
        </p:spPr>
        <p:txBody>
          <a:bodyPr anchorCtr="0" anchor="ctr" bIns="0" lIns="0" spcFirstLastPara="1" rIns="91425" wrap="square" tIns="0">
            <a:noAutofit/>
          </a:bodyPr>
          <a:lstStyle>
            <a:lvl1pPr indent="-228600" lvl="0" marL="457200">
              <a:lnSpc>
                <a:spcPct val="100000"/>
              </a:lnSpc>
              <a:spcBef>
                <a:spcPts val="0"/>
              </a:spcBef>
              <a:spcAft>
                <a:spcPts val="0"/>
              </a:spcAft>
              <a:buSzPts val="1000"/>
              <a:buNone/>
              <a:defRPr/>
            </a:lvl1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231" name="Shape 1231"/>
        <p:cNvGrpSpPr/>
        <p:nvPr/>
      </p:nvGrpSpPr>
      <p:grpSpPr>
        <a:xfrm>
          <a:off x="0" y="0"/>
          <a:ext cx="0" cy="0"/>
          <a:chOff x="0" y="0"/>
          <a:chExt cx="0" cy="0"/>
        </a:xfrm>
      </p:grpSpPr>
      <p:sp>
        <p:nvSpPr>
          <p:cNvPr id="1232" name="Google Shape;1232;p85"/>
          <p:cNvSpPr txBox="1"/>
          <p:nvPr>
            <p:ph hasCustomPrompt="1" type="title"/>
          </p:nvPr>
        </p:nvSpPr>
        <p:spPr>
          <a:xfrm>
            <a:off x="311700" y="1106125"/>
            <a:ext cx="8520600" cy="1963500"/>
          </a:xfrm>
          <a:prstGeom prst="rect">
            <a:avLst/>
          </a:prstGeom>
        </p:spPr>
        <p:txBody>
          <a:bodyPr anchorCtr="0" anchor="b" bIns="0" lIns="0" spcFirstLastPara="1" rIns="91425"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233" name="Google Shape;1233;p85"/>
          <p:cNvSpPr txBox="1"/>
          <p:nvPr>
            <p:ph idx="1" type="body"/>
          </p:nvPr>
        </p:nvSpPr>
        <p:spPr>
          <a:xfrm>
            <a:off x="311700" y="3152225"/>
            <a:ext cx="8520600" cy="1300800"/>
          </a:xfrm>
          <a:prstGeom prst="rect">
            <a:avLst/>
          </a:prstGeom>
        </p:spPr>
        <p:txBody>
          <a:bodyPr anchorCtr="0" anchor="t" bIns="0" lIns="0" spcFirstLastPara="1" rIns="91425" wrap="square" tIns="0">
            <a:noAutofit/>
          </a:bodyPr>
          <a:lstStyle>
            <a:lvl1pPr indent="-292100" lvl="0" marL="457200" algn="ctr">
              <a:spcBef>
                <a:spcPts val="0"/>
              </a:spcBef>
              <a:spcAft>
                <a:spcPts val="0"/>
              </a:spcAft>
              <a:buSzPts val="1000"/>
              <a:buChar char="●"/>
              <a:defRPr/>
            </a:lvl1pPr>
            <a:lvl2pPr indent="-292100" lvl="1" marL="914400" algn="ctr">
              <a:spcBef>
                <a:spcPts val="1000"/>
              </a:spcBef>
              <a:spcAft>
                <a:spcPts val="0"/>
              </a:spcAft>
              <a:buSzPts val="1000"/>
              <a:buChar char="○"/>
              <a:defRPr/>
            </a:lvl2pPr>
            <a:lvl3pPr indent="-292100" lvl="2" marL="1371600" algn="ctr">
              <a:spcBef>
                <a:spcPts val="1000"/>
              </a:spcBef>
              <a:spcAft>
                <a:spcPts val="0"/>
              </a:spcAft>
              <a:buSzPts val="1000"/>
              <a:buChar char="■"/>
              <a:defRPr/>
            </a:lvl3pPr>
            <a:lvl4pPr indent="-292100" lvl="3" marL="1828800" algn="ctr">
              <a:spcBef>
                <a:spcPts val="1000"/>
              </a:spcBef>
              <a:spcAft>
                <a:spcPts val="0"/>
              </a:spcAft>
              <a:buSzPts val="1000"/>
              <a:buChar char="●"/>
              <a:defRPr/>
            </a:lvl4pPr>
            <a:lvl5pPr indent="-292100" lvl="4" marL="2286000" algn="ctr">
              <a:spcBef>
                <a:spcPts val="1000"/>
              </a:spcBef>
              <a:spcAft>
                <a:spcPts val="0"/>
              </a:spcAft>
              <a:buSzPts val="1000"/>
              <a:buChar char="○"/>
              <a:defRPr/>
            </a:lvl5pPr>
            <a:lvl6pPr indent="-292100" lvl="5" marL="2743200" algn="ctr">
              <a:spcBef>
                <a:spcPts val="1000"/>
              </a:spcBef>
              <a:spcAft>
                <a:spcPts val="0"/>
              </a:spcAft>
              <a:buSzPts val="1000"/>
              <a:buChar char="■"/>
              <a:defRPr/>
            </a:lvl6pPr>
            <a:lvl7pPr indent="-292100" lvl="6" marL="3200400" algn="ctr">
              <a:spcBef>
                <a:spcPts val="1000"/>
              </a:spcBef>
              <a:spcAft>
                <a:spcPts val="0"/>
              </a:spcAft>
              <a:buSzPts val="1000"/>
              <a:buChar char="●"/>
              <a:defRPr/>
            </a:lvl7pPr>
            <a:lvl8pPr indent="-292100" lvl="7" marL="3657600" algn="ctr">
              <a:spcBef>
                <a:spcPts val="1000"/>
              </a:spcBef>
              <a:spcAft>
                <a:spcPts val="0"/>
              </a:spcAft>
              <a:buSzPts val="1000"/>
              <a:buChar char="○"/>
              <a:defRPr/>
            </a:lvl8pPr>
            <a:lvl9pPr indent="-292100" lvl="8" marL="4114800" algn="ctr">
              <a:spcBef>
                <a:spcPts val="1000"/>
              </a:spcBef>
              <a:spcAft>
                <a:spcPts val="1000"/>
              </a:spcAft>
              <a:buSzPts val="1000"/>
              <a:buChar char="■"/>
              <a:defRPr/>
            </a:lvl9pPr>
          </a:lstStyle>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34" name="Shape 1234"/>
        <p:cNvGrpSpPr/>
        <p:nvPr/>
      </p:nvGrpSpPr>
      <p:grpSpPr>
        <a:xfrm>
          <a:off x="0" y="0"/>
          <a:ext cx="0" cy="0"/>
          <a:chOff x="0" y="0"/>
          <a:chExt cx="0" cy="0"/>
        </a:xfrm>
      </p:grpSpPr>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235" name="Shape 1235"/>
        <p:cNvGrpSpPr/>
        <p:nvPr/>
      </p:nvGrpSpPr>
      <p:grpSpPr>
        <a:xfrm>
          <a:off x="0" y="0"/>
          <a:ext cx="0" cy="0"/>
          <a:chOff x="0" y="0"/>
          <a:chExt cx="0" cy="0"/>
        </a:xfrm>
      </p:grpSpPr>
      <p:sp>
        <p:nvSpPr>
          <p:cNvPr id="1236" name="Google Shape;1236;p87"/>
          <p:cNvSpPr txBox="1"/>
          <p:nvPr>
            <p:ph type="title"/>
          </p:nvPr>
        </p:nvSpPr>
        <p:spPr>
          <a:xfrm>
            <a:off x="677325" y="1832775"/>
            <a:ext cx="3217200" cy="1484100"/>
          </a:xfrm>
          <a:prstGeom prst="rect">
            <a:avLst/>
          </a:prstGeom>
        </p:spPr>
        <p:txBody>
          <a:bodyPr anchorCtr="0" anchor="ctr" bIns="0" lIns="0" spcFirstLastPara="1" rIns="91425" wrap="square" tIns="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37" name="Google Shape;1237;p87"/>
          <p:cNvSpPr txBox="1"/>
          <p:nvPr>
            <p:ph idx="1" type="subTitle"/>
          </p:nvPr>
        </p:nvSpPr>
        <p:spPr>
          <a:xfrm>
            <a:off x="4406650" y="39375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38" name="Google Shape;1238;p87"/>
          <p:cNvSpPr txBox="1"/>
          <p:nvPr>
            <p:ph idx="2" type="subTitle"/>
          </p:nvPr>
        </p:nvSpPr>
        <p:spPr>
          <a:xfrm>
            <a:off x="4406650" y="115170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39" name="Google Shape;1239;p87"/>
          <p:cNvSpPr txBox="1"/>
          <p:nvPr>
            <p:ph idx="3" type="subTitle"/>
          </p:nvPr>
        </p:nvSpPr>
        <p:spPr>
          <a:xfrm>
            <a:off x="4406650" y="342557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40" name="Google Shape;1240;p87"/>
          <p:cNvSpPr txBox="1"/>
          <p:nvPr>
            <p:ph idx="4" type="subTitle"/>
          </p:nvPr>
        </p:nvSpPr>
        <p:spPr>
          <a:xfrm>
            <a:off x="4406650" y="1909660"/>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41" name="Google Shape;1241;p87"/>
          <p:cNvSpPr txBox="1"/>
          <p:nvPr>
            <p:ph idx="5" type="subTitle"/>
          </p:nvPr>
        </p:nvSpPr>
        <p:spPr>
          <a:xfrm>
            <a:off x="4406650" y="418352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42" name="Google Shape;1242;p87"/>
          <p:cNvSpPr txBox="1"/>
          <p:nvPr>
            <p:ph idx="6" type="subTitle"/>
          </p:nvPr>
        </p:nvSpPr>
        <p:spPr>
          <a:xfrm>
            <a:off x="4406650" y="2667615"/>
            <a:ext cx="44097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1243" name="Shape 1243"/>
        <p:cNvGrpSpPr/>
        <p:nvPr/>
      </p:nvGrpSpPr>
      <p:grpSpPr>
        <a:xfrm>
          <a:off x="0" y="0"/>
          <a:ext cx="0" cy="0"/>
          <a:chOff x="0" y="0"/>
          <a:chExt cx="0" cy="0"/>
        </a:xfrm>
      </p:grpSpPr>
      <p:sp>
        <p:nvSpPr>
          <p:cNvPr id="1244" name="Google Shape;1244;p88"/>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45" name="Google Shape;1245;p88"/>
          <p:cNvSpPr txBox="1"/>
          <p:nvPr>
            <p:ph idx="1" type="body"/>
          </p:nvPr>
        </p:nvSpPr>
        <p:spPr>
          <a:xfrm>
            <a:off x="311700" y="1152475"/>
            <a:ext cx="4473900" cy="34164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46" name="Google Shape;1246;p8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1247" name="Shape 1247"/>
        <p:cNvGrpSpPr/>
        <p:nvPr/>
      </p:nvGrpSpPr>
      <p:grpSpPr>
        <a:xfrm>
          <a:off x="0" y="0"/>
          <a:ext cx="0" cy="0"/>
          <a:chOff x="0" y="0"/>
          <a:chExt cx="0" cy="0"/>
        </a:xfrm>
      </p:grpSpPr>
      <p:sp>
        <p:nvSpPr>
          <p:cNvPr id="1248" name="Google Shape;1248;p89"/>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49" name="Google Shape;1249;p89"/>
          <p:cNvSpPr txBox="1"/>
          <p:nvPr>
            <p:ph idx="1" type="body"/>
          </p:nvPr>
        </p:nvSpPr>
        <p:spPr>
          <a:xfrm>
            <a:off x="48315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50" name="Google Shape;1250;p89"/>
          <p:cNvSpPr txBox="1"/>
          <p:nvPr>
            <p:ph idx="2" type="body"/>
          </p:nvPr>
        </p:nvSpPr>
        <p:spPr>
          <a:xfrm>
            <a:off x="5048000" y="2237788"/>
            <a:ext cx="36198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51" name="Google Shape;1251;p89"/>
          <p:cNvSpPr txBox="1"/>
          <p:nvPr>
            <p:ph idx="3" type="subTitle"/>
          </p:nvPr>
        </p:nvSpPr>
        <p:spPr>
          <a:xfrm>
            <a:off x="48315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52" name="Google Shape;1252;p89"/>
          <p:cNvSpPr txBox="1"/>
          <p:nvPr>
            <p:ph idx="4" type="subTitle"/>
          </p:nvPr>
        </p:nvSpPr>
        <p:spPr>
          <a:xfrm>
            <a:off x="5048000" y="1336161"/>
            <a:ext cx="3619800" cy="5427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1253" name="Shape 1253"/>
        <p:cNvGrpSpPr/>
        <p:nvPr/>
      </p:nvGrpSpPr>
      <p:grpSpPr>
        <a:xfrm>
          <a:off x="0" y="0"/>
          <a:ext cx="0" cy="0"/>
          <a:chOff x="0" y="0"/>
          <a:chExt cx="0" cy="0"/>
        </a:xfrm>
      </p:grpSpPr>
      <p:sp>
        <p:nvSpPr>
          <p:cNvPr id="1254" name="Google Shape;1254;p90"/>
          <p:cNvSpPr txBox="1"/>
          <p:nvPr>
            <p:ph idx="1" type="body"/>
          </p:nvPr>
        </p:nvSpPr>
        <p:spPr>
          <a:xfrm>
            <a:off x="4831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55" name="Google Shape;1255;p90"/>
          <p:cNvSpPr txBox="1"/>
          <p:nvPr>
            <p:ph idx="2" type="body"/>
          </p:nvPr>
        </p:nvSpPr>
        <p:spPr>
          <a:xfrm>
            <a:off x="334772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56" name="Google Shape;1256;p90"/>
          <p:cNvSpPr txBox="1"/>
          <p:nvPr>
            <p:ph type="title"/>
          </p:nvPr>
        </p:nvSpPr>
        <p:spPr>
          <a:xfrm>
            <a:off x="483175"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57" name="Google Shape;1257;p90"/>
          <p:cNvSpPr txBox="1"/>
          <p:nvPr>
            <p:ph idx="3" type="subTitle"/>
          </p:nvPr>
        </p:nvSpPr>
        <p:spPr>
          <a:xfrm>
            <a:off x="4831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58" name="Google Shape;1258;p90"/>
          <p:cNvSpPr txBox="1"/>
          <p:nvPr>
            <p:ph idx="4" type="subTitle"/>
          </p:nvPr>
        </p:nvSpPr>
        <p:spPr>
          <a:xfrm>
            <a:off x="334772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59" name="Google Shape;1259;p90"/>
          <p:cNvSpPr txBox="1"/>
          <p:nvPr>
            <p:ph idx="5" type="subTitle"/>
          </p:nvPr>
        </p:nvSpPr>
        <p:spPr>
          <a:xfrm>
            <a:off x="6212275" y="1336150"/>
            <a:ext cx="2455500" cy="7785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60" name="Google Shape;1260;p90"/>
          <p:cNvSpPr txBox="1"/>
          <p:nvPr>
            <p:ph idx="6" type="body"/>
          </p:nvPr>
        </p:nvSpPr>
        <p:spPr>
          <a:xfrm>
            <a:off x="6212275" y="2417500"/>
            <a:ext cx="2455500" cy="2373600"/>
          </a:xfrm>
          <a:prstGeom prst="rect">
            <a:avLst/>
          </a:prstGeom>
        </p:spPr>
        <p:txBody>
          <a:bodyPr anchorCtr="0" anchor="t" bIns="0" lIns="0" spcFirstLastPara="1" rIns="91425" wrap="square" tIns="0">
            <a:noAutofit/>
          </a:bodyPr>
          <a:lstStyle>
            <a:lvl1pPr indent="-292100" lvl="0" marL="457200">
              <a:spcBef>
                <a:spcPts val="0"/>
              </a:spcBef>
              <a:spcAft>
                <a:spcPts val="0"/>
              </a:spcAft>
              <a:buSzPts val="1000"/>
              <a:buChar char="●"/>
              <a:defRPr/>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1261" name="Shape 1261"/>
        <p:cNvGrpSpPr/>
        <p:nvPr/>
      </p:nvGrpSpPr>
      <p:grpSpPr>
        <a:xfrm>
          <a:off x="0" y="0"/>
          <a:ext cx="0" cy="0"/>
          <a:chOff x="0" y="0"/>
          <a:chExt cx="0" cy="0"/>
        </a:xfrm>
      </p:grpSpPr>
      <p:sp>
        <p:nvSpPr>
          <p:cNvPr id="1262" name="Google Shape;1262;p91"/>
          <p:cNvSpPr txBox="1"/>
          <p:nvPr>
            <p:ph idx="1" type="body"/>
          </p:nvPr>
        </p:nvSpPr>
        <p:spPr>
          <a:xfrm>
            <a:off x="366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63" name="Google Shape;1263;p91"/>
          <p:cNvSpPr txBox="1"/>
          <p:nvPr>
            <p:ph idx="2" type="body"/>
          </p:nvPr>
        </p:nvSpPr>
        <p:spPr>
          <a:xfrm>
            <a:off x="4938725" y="1759093"/>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64" name="Google Shape;1264;p91"/>
          <p:cNvSpPr txBox="1"/>
          <p:nvPr>
            <p:ph idx="3" type="body"/>
          </p:nvPr>
        </p:nvSpPr>
        <p:spPr>
          <a:xfrm>
            <a:off x="366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65" name="Google Shape;1265;p91"/>
          <p:cNvSpPr txBox="1"/>
          <p:nvPr>
            <p:ph idx="4" type="body"/>
          </p:nvPr>
        </p:nvSpPr>
        <p:spPr>
          <a:xfrm>
            <a:off x="4938750" y="3648575"/>
            <a:ext cx="3838500" cy="1138500"/>
          </a:xfrm>
          <a:prstGeom prst="rect">
            <a:avLst/>
          </a:prstGeom>
        </p:spPr>
        <p:txBody>
          <a:bodyPr anchorCtr="0" anchor="t" bIns="0" lIns="0" spcFirstLastPara="1" rIns="91425" wrap="square" tIns="0">
            <a:noAutofit/>
          </a:bodyPr>
          <a:lstStyle>
            <a:lvl1pPr indent="-317500" lvl="0" marL="457200">
              <a:spcBef>
                <a:spcPts val="0"/>
              </a:spcBef>
              <a:spcAft>
                <a:spcPts val="0"/>
              </a:spcAft>
              <a:buSzPts val="1400"/>
              <a:buChar char="●"/>
              <a:defRPr sz="1400"/>
            </a:lvl1pPr>
            <a:lvl2pPr indent="-292100" lvl="1" marL="914400">
              <a:spcBef>
                <a:spcPts val="1000"/>
              </a:spcBef>
              <a:spcAft>
                <a:spcPts val="0"/>
              </a:spcAft>
              <a:buSzPts val="1000"/>
              <a:buChar char="○"/>
              <a:defRPr/>
            </a:lvl2pPr>
            <a:lvl3pPr indent="-292100" lvl="2" marL="1371600">
              <a:spcBef>
                <a:spcPts val="1000"/>
              </a:spcBef>
              <a:spcAft>
                <a:spcPts val="0"/>
              </a:spcAft>
              <a:buSzPts val="1000"/>
              <a:buChar char="■"/>
              <a:defRPr/>
            </a:lvl3pPr>
            <a:lvl4pPr indent="-292100" lvl="3" marL="1828800">
              <a:spcBef>
                <a:spcPts val="1000"/>
              </a:spcBef>
              <a:spcAft>
                <a:spcPts val="0"/>
              </a:spcAft>
              <a:buSzPts val="1000"/>
              <a:buChar char="●"/>
              <a:defRPr/>
            </a:lvl4pPr>
            <a:lvl5pPr indent="-292100" lvl="4" marL="2286000">
              <a:spcBef>
                <a:spcPts val="1000"/>
              </a:spcBef>
              <a:spcAft>
                <a:spcPts val="0"/>
              </a:spcAft>
              <a:buSzPts val="1000"/>
              <a:buChar char="○"/>
              <a:defRPr/>
            </a:lvl5pPr>
            <a:lvl6pPr indent="-292100" lvl="5" marL="2743200">
              <a:spcBef>
                <a:spcPts val="1000"/>
              </a:spcBef>
              <a:spcAft>
                <a:spcPts val="0"/>
              </a:spcAft>
              <a:buSzPts val="1000"/>
              <a:buChar char="■"/>
              <a:defRPr/>
            </a:lvl6pPr>
            <a:lvl7pPr indent="-292100" lvl="6" marL="3200400">
              <a:spcBef>
                <a:spcPts val="1000"/>
              </a:spcBef>
              <a:spcAft>
                <a:spcPts val="0"/>
              </a:spcAft>
              <a:buSzPts val="1000"/>
              <a:buChar char="●"/>
              <a:defRPr/>
            </a:lvl7pPr>
            <a:lvl8pPr indent="-292100" lvl="7" marL="3657600">
              <a:spcBef>
                <a:spcPts val="1000"/>
              </a:spcBef>
              <a:spcAft>
                <a:spcPts val="0"/>
              </a:spcAft>
              <a:buSzPts val="1000"/>
              <a:buChar char="○"/>
              <a:defRPr/>
            </a:lvl8pPr>
            <a:lvl9pPr indent="-292100" lvl="8" marL="4114800">
              <a:spcBef>
                <a:spcPts val="1000"/>
              </a:spcBef>
              <a:spcAft>
                <a:spcPts val="1000"/>
              </a:spcAft>
              <a:buSzPts val="1000"/>
              <a:buChar char="■"/>
              <a:defRPr/>
            </a:lvl9pPr>
          </a:lstStyle>
          <a:p/>
        </p:txBody>
      </p:sp>
      <p:sp>
        <p:nvSpPr>
          <p:cNvPr id="1266" name="Google Shape;1266;p91"/>
          <p:cNvSpPr txBox="1"/>
          <p:nvPr>
            <p:ph type="title"/>
          </p:nvPr>
        </p:nvSpPr>
        <p:spPr>
          <a:xfrm>
            <a:off x="366750" y="450025"/>
            <a:ext cx="8184600" cy="758100"/>
          </a:xfrm>
          <a:prstGeom prst="rect">
            <a:avLst/>
          </a:prstGeom>
        </p:spPr>
        <p:txBody>
          <a:bodyPr anchorCtr="0" anchor="ctr"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67" name="Google Shape;1267;p91"/>
          <p:cNvSpPr txBox="1"/>
          <p:nvPr>
            <p:ph idx="5" type="subTitle"/>
          </p:nvPr>
        </p:nvSpPr>
        <p:spPr>
          <a:xfrm>
            <a:off x="366763"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68" name="Google Shape;1268;p91"/>
          <p:cNvSpPr txBox="1"/>
          <p:nvPr>
            <p:ph idx="6" type="subTitle"/>
          </p:nvPr>
        </p:nvSpPr>
        <p:spPr>
          <a:xfrm>
            <a:off x="4938738" y="1277907"/>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69" name="Google Shape;1269;p91"/>
          <p:cNvSpPr txBox="1"/>
          <p:nvPr>
            <p:ph idx="7" type="subTitle"/>
          </p:nvPr>
        </p:nvSpPr>
        <p:spPr>
          <a:xfrm>
            <a:off x="4938761"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
        <p:nvSpPr>
          <p:cNvPr id="1270" name="Google Shape;1270;p91"/>
          <p:cNvSpPr txBox="1"/>
          <p:nvPr>
            <p:ph idx="8" type="subTitle"/>
          </p:nvPr>
        </p:nvSpPr>
        <p:spPr>
          <a:xfrm>
            <a:off x="366750" y="3167363"/>
            <a:ext cx="3838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2000"/>
              <a:buNone/>
              <a:defRPr sz="2000"/>
            </a:lvl1pPr>
            <a:lvl2pPr lvl="1">
              <a:lnSpc>
                <a:spcPct val="100000"/>
              </a:lnSpc>
              <a:spcBef>
                <a:spcPts val="1000"/>
              </a:spcBef>
              <a:spcAft>
                <a:spcPts val="0"/>
              </a:spcAft>
              <a:buSzPts val="2000"/>
              <a:buNone/>
              <a:defRPr sz="2000"/>
            </a:lvl2pPr>
            <a:lvl3pPr lvl="2">
              <a:lnSpc>
                <a:spcPct val="100000"/>
              </a:lnSpc>
              <a:spcBef>
                <a:spcPts val="1000"/>
              </a:spcBef>
              <a:spcAft>
                <a:spcPts val="0"/>
              </a:spcAft>
              <a:buSzPts val="2000"/>
              <a:buNone/>
              <a:defRPr sz="2000"/>
            </a:lvl3pPr>
            <a:lvl4pPr lvl="3">
              <a:lnSpc>
                <a:spcPct val="100000"/>
              </a:lnSpc>
              <a:spcBef>
                <a:spcPts val="1000"/>
              </a:spcBef>
              <a:spcAft>
                <a:spcPts val="0"/>
              </a:spcAft>
              <a:buSzPts val="2000"/>
              <a:buNone/>
              <a:defRPr sz="2000"/>
            </a:lvl4pPr>
            <a:lvl5pPr lvl="4">
              <a:lnSpc>
                <a:spcPct val="100000"/>
              </a:lnSpc>
              <a:spcBef>
                <a:spcPts val="1000"/>
              </a:spcBef>
              <a:spcAft>
                <a:spcPts val="0"/>
              </a:spcAft>
              <a:buSzPts val="2000"/>
              <a:buNone/>
              <a:defRPr sz="2000"/>
            </a:lvl5pPr>
            <a:lvl6pPr lvl="5">
              <a:lnSpc>
                <a:spcPct val="100000"/>
              </a:lnSpc>
              <a:spcBef>
                <a:spcPts val="1000"/>
              </a:spcBef>
              <a:spcAft>
                <a:spcPts val="0"/>
              </a:spcAft>
              <a:buSzPts val="2000"/>
              <a:buNone/>
              <a:defRPr sz="2000"/>
            </a:lvl6pPr>
            <a:lvl7pPr lvl="6">
              <a:lnSpc>
                <a:spcPct val="100000"/>
              </a:lnSpc>
              <a:spcBef>
                <a:spcPts val="1000"/>
              </a:spcBef>
              <a:spcAft>
                <a:spcPts val="0"/>
              </a:spcAft>
              <a:buSzPts val="2000"/>
              <a:buNone/>
              <a:defRPr sz="2000"/>
            </a:lvl7pPr>
            <a:lvl8pPr lvl="7">
              <a:lnSpc>
                <a:spcPct val="100000"/>
              </a:lnSpc>
              <a:spcBef>
                <a:spcPts val="1000"/>
              </a:spcBef>
              <a:spcAft>
                <a:spcPts val="0"/>
              </a:spcAft>
              <a:buSzPts val="2000"/>
              <a:buNone/>
              <a:defRPr sz="2000"/>
            </a:lvl8pPr>
            <a:lvl9pPr lvl="8">
              <a:lnSpc>
                <a:spcPct val="100000"/>
              </a:lnSpc>
              <a:spcBef>
                <a:spcPts val="1000"/>
              </a:spcBef>
              <a:spcAft>
                <a:spcPts val="0"/>
              </a:spcAft>
              <a:buSzPts val="2000"/>
              <a:buNone/>
              <a:defRPr sz="20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1271" name="Shape 1271"/>
        <p:cNvGrpSpPr/>
        <p:nvPr/>
      </p:nvGrpSpPr>
      <p:grpSpPr>
        <a:xfrm>
          <a:off x="0" y="0"/>
          <a:ext cx="0" cy="0"/>
          <a:chOff x="0" y="0"/>
          <a:chExt cx="0" cy="0"/>
        </a:xfrm>
      </p:grpSpPr>
      <p:sp>
        <p:nvSpPr>
          <p:cNvPr id="1272" name="Google Shape;1272;p92"/>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73" name="Google Shape;1273;p9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1274" name="Shape 1274"/>
        <p:cNvGrpSpPr/>
        <p:nvPr/>
      </p:nvGrpSpPr>
      <p:grpSpPr>
        <a:xfrm>
          <a:off x="0" y="0"/>
          <a:ext cx="0" cy="0"/>
          <a:chOff x="0" y="0"/>
          <a:chExt cx="0" cy="0"/>
        </a:xfrm>
      </p:grpSpPr>
      <p:sp>
        <p:nvSpPr>
          <p:cNvPr id="1275" name="Google Shape;1275;p93"/>
          <p:cNvSpPr txBox="1"/>
          <p:nvPr>
            <p:ph idx="1" type="body"/>
          </p:nvPr>
        </p:nvSpPr>
        <p:spPr>
          <a:xfrm>
            <a:off x="311700"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1276" name="Google Shape;1276;p93"/>
          <p:cNvSpPr/>
          <p:nvPr>
            <p:ph idx="2" type="pic"/>
          </p:nvPr>
        </p:nvSpPr>
        <p:spPr>
          <a:xfrm>
            <a:off x="4804825" y="1133300"/>
            <a:ext cx="4027500" cy="2392800"/>
          </a:xfrm>
          <a:prstGeom prst="rect">
            <a:avLst/>
          </a:prstGeom>
          <a:noFill/>
          <a:ln>
            <a:noFill/>
          </a:ln>
        </p:spPr>
      </p:sp>
      <p:sp>
        <p:nvSpPr>
          <p:cNvPr id="1277" name="Google Shape;1277;p93"/>
          <p:cNvSpPr/>
          <p:nvPr>
            <p:ph idx="3" type="pic"/>
          </p:nvPr>
        </p:nvSpPr>
        <p:spPr>
          <a:xfrm>
            <a:off x="311725" y="1133300"/>
            <a:ext cx="4027500" cy="2392800"/>
          </a:xfrm>
          <a:prstGeom prst="rect">
            <a:avLst/>
          </a:prstGeom>
          <a:noFill/>
          <a:ln>
            <a:noFill/>
          </a:ln>
        </p:spPr>
      </p:sp>
      <p:sp>
        <p:nvSpPr>
          <p:cNvPr id="1278" name="Google Shape;1278;p93"/>
          <p:cNvSpPr txBox="1"/>
          <p:nvPr>
            <p:ph idx="4" type="body"/>
          </p:nvPr>
        </p:nvSpPr>
        <p:spPr>
          <a:xfrm>
            <a:off x="4804825" y="4080225"/>
            <a:ext cx="4027500" cy="9261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1279" name="Google Shape;1279;p93"/>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80" name="Google Shape;1280;p93"/>
          <p:cNvSpPr txBox="1"/>
          <p:nvPr>
            <p:ph idx="5" type="subTitle"/>
          </p:nvPr>
        </p:nvSpPr>
        <p:spPr>
          <a:xfrm>
            <a:off x="3117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1281" name="Google Shape;1281;p93"/>
          <p:cNvSpPr txBox="1"/>
          <p:nvPr>
            <p:ph idx="6" type="subTitle"/>
          </p:nvPr>
        </p:nvSpPr>
        <p:spPr>
          <a:xfrm>
            <a:off x="4804825" y="3582900"/>
            <a:ext cx="40275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1282" name="Shape 1282"/>
        <p:cNvGrpSpPr/>
        <p:nvPr/>
      </p:nvGrpSpPr>
      <p:grpSpPr>
        <a:xfrm>
          <a:off x="0" y="0"/>
          <a:ext cx="0" cy="0"/>
          <a:chOff x="0" y="0"/>
          <a:chExt cx="0" cy="0"/>
        </a:xfrm>
      </p:grpSpPr>
      <p:sp>
        <p:nvSpPr>
          <p:cNvPr id="1283" name="Google Shape;1283;p94"/>
          <p:cNvSpPr txBox="1"/>
          <p:nvPr>
            <p:ph idx="1" type="body"/>
          </p:nvPr>
        </p:nvSpPr>
        <p:spPr>
          <a:xfrm>
            <a:off x="31170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1284" name="Google Shape;1284;p94"/>
          <p:cNvSpPr/>
          <p:nvPr>
            <p:ph idx="2" type="pic"/>
          </p:nvPr>
        </p:nvSpPr>
        <p:spPr>
          <a:xfrm>
            <a:off x="6205225" y="1128325"/>
            <a:ext cx="2627100" cy="2273100"/>
          </a:xfrm>
          <a:prstGeom prst="rect">
            <a:avLst/>
          </a:prstGeom>
          <a:noFill/>
          <a:ln>
            <a:noFill/>
          </a:ln>
        </p:spPr>
      </p:sp>
      <p:sp>
        <p:nvSpPr>
          <p:cNvPr id="1285" name="Google Shape;1285;p94"/>
          <p:cNvSpPr/>
          <p:nvPr>
            <p:ph idx="3" type="pic"/>
          </p:nvPr>
        </p:nvSpPr>
        <p:spPr>
          <a:xfrm>
            <a:off x="311725" y="1128325"/>
            <a:ext cx="2627100" cy="2273100"/>
          </a:xfrm>
          <a:prstGeom prst="rect">
            <a:avLst/>
          </a:prstGeom>
          <a:noFill/>
          <a:ln>
            <a:noFill/>
          </a:ln>
        </p:spPr>
      </p:sp>
      <p:sp>
        <p:nvSpPr>
          <p:cNvPr id="1286" name="Google Shape;1286;p94"/>
          <p:cNvSpPr txBox="1"/>
          <p:nvPr>
            <p:ph idx="4" type="body"/>
          </p:nvPr>
        </p:nvSpPr>
        <p:spPr>
          <a:xfrm>
            <a:off x="6205225"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1287" name="Google Shape;1287;p94"/>
          <p:cNvSpPr/>
          <p:nvPr>
            <p:ph idx="5" type="pic"/>
          </p:nvPr>
        </p:nvSpPr>
        <p:spPr>
          <a:xfrm>
            <a:off x="3255250" y="1128325"/>
            <a:ext cx="2627100" cy="2273100"/>
          </a:xfrm>
          <a:prstGeom prst="rect">
            <a:avLst/>
          </a:prstGeom>
          <a:noFill/>
          <a:ln>
            <a:noFill/>
          </a:ln>
        </p:spPr>
      </p:sp>
      <p:sp>
        <p:nvSpPr>
          <p:cNvPr id="1288" name="Google Shape;1288;p94"/>
          <p:cNvSpPr txBox="1"/>
          <p:nvPr>
            <p:ph idx="6" type="body"/>
          </p:nvPr>
        </p:nvSpPr>
        <p:spPr>
          <a:xfrm>
            <a:off x="3255250" y="3911700"/>
            <a:ext cx="2627100" cy="1018500"/>
          </a:xfrm>
          <a:prstGeom prst="rect">
            <a:avLst/>
          </a:prstGeom>
        </p:spPr>
        <p:txBody>
          <a:bodyPr anchorCtr="0" anchor="t" bIns="0" lIns="0" spcFirstLastPara="1" rIns="91425" wrap="square" tIns="0">
            <a:noAutofit/>
          </a:bodyPr>
          <a:lstStyle>
            <a:lvl1pPr indent="-304800" lvl="0" marL="457200">
              <a:spcBef>
                <a:spcPts val="0"/>
              </a:spcBef>
              <a:spcAft>
                <a:spcPts val="0"/>
              </a:spcAft>
              <a:buSzPts val="1200"/>
              <a:buChar char="●"/>
              <a:defRPr sz="1200"/>
            </a:lvl1pPr>
            <a:lvl2pPr indent="-304800" lvl="1" marL="914400">
              <a:spcBef>
                <a:spcPts val="1000"/>
              </a:spcBef>
              <a:spcAft>
                <a:spcPts val="0"/>
              </a:spcAft>
              <a:buSzPts val="1200"/>
              <a:buChar char="○"/>
              <a:defRPr sz="1200"/>
            </a:lvl2pPr>
            <a:lvl3pPr indent="-304800" lvl="2" marL="1371600">
              <a:spcBef>
                <a:spcPts val="1000"/>
              </a:spcBef>
              <a:spcAft>
                <a:spcPts val="0"/>
              </a:spcAft>
              <a:buSzPts val="1200"/>
              <a:buChar char="■"/>
              <a:defRPr sz="1200"/>
            </a:lvl3pPr>
            <a:lvl4pPr indent="-304800" lvl="3" marL="1828800">
              <a:spcBef>
                <a:spcPts val="1000"/>
              </a:spcBef>
              <a:spcAft>
                <a:spcPts val="0"/>
              </a:spcAft>
              <a:buSzPts val="1200"/>
              <a:buChar char="●"/>
              <a:defRPr sz="1200"/>
            </a:lvl4pPr>
            <a:lvl5pPr indent="-304800" lvl="4" marL="2286000">
              <a:spcBef>
                <a:spcPts val="1000"/>
              </a:spcBef>
              <a:spcAft>
                <a:spcPts val="0"/>
              </a:spcAft>
              <a:buSzPts val="1200"/>
              <a:buChar char="○"/>
              <a:defRPr sz="1200"/>
            </a:lvl5pPr>
            <a:lvl6pPr indent="-304800" lvl="5" marL="2743200">
              <a:spcBef>
                <a:spcPts val="1000"/>
              </a:spcBef>
              <a:spcAft>
                <a:spcPts val="0"/>
              </a:spcAft>
              <a:buSzPts val="1200"/>
              <a:buChar char="■"/>
              <a:defRPr sz="1200"/>
            </a:lvl6pPr>
            <a:lvl7pPr indent="-304800" lvl="6" marL="3200400">
              <a:spcBef>
                <a:spcPts val="1000"/>
              </a:spcBef>
              <a:spcAft>
                <a:spcPts val="0"/>
              </a:spcAft>
              <a:buSzPts val="1200"/>
              <a:buChar char="●"/>
              <a:defRPr sz="1200"/>
            </a:lvl7pPr>
            <a:lvl8pPr indent="-304800" lvl="7" marL="3657600">
              <a:spcBef>
                <a:spcPts val="1000"/>
              </a:spcBef>
              <a:spcAft>
                <a:spcPts val="0"/>
              </a:spcAft>
              <a:buSzPts val="1200"/>
              <a:buChar char="○"/>
              <a:defRPr sz="1200"/>
            </a:lvl8pPr>
            <a:lvl9pPr indent="-304800" lvl="8" marL="4114800">
              <a:spcBef>
                <a:spcPts val="1000"/>
              </a:spcBef>
              <a:spcAft>
                <a:spcPts val="1000"/>
              </a:spcAft>
              <a:buSzPts val="1200"/>
              <a:buChar char="■"/>
              <a:defRPr sz="1200"/>
            </a:lvl9pPr>
          </a:lstStyle>
          <a:p/>
        </p:txBody>
      </p:sp>
      <p:sp>
        <p:nvSpPr>
          <p:cNvPr id="1289" name="Google Shape;1289;p94"/>
          <p:cNvSpPr txBox="1"/>
          <p:nvPr>
            <p:ph type="title"/>
          </p:nvPr>
        </p:nvSpPr>
        <p:spPr>
          <a:xfrm>
            <a:off x="311700" y="445025"/>
            <a:ext cx="8520600" cy="572700"/>
          </a:xfrm>
          <a:prstGeom prst="rect">
            <a:avLst/>
          </a:prstGeom>
        </p:spPr>
        <p:txBody>
          <a:bodyPr anchorCtr="0" anchor="t" bIns="0" lIns="0" spcFirstLastPara="1" rIns="91425" wrap="square" tIns="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90" name="Google Shape;1290;p94"/>
          <p:cNvSpPr txBox="1"/>
          <p:nvPr>
            <p:ph idx="7" type="subTitle"/>
          </p:nvPr>
        </p:nvSpPr>
        <p:spPr>
          <a:xfrm>
            <a:off x="3117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1291" name="Google Shape;1291;p94"/>
          <p:cNvSpPr txBox="1"/>
          <p:nvPr>
            <p:ph idx="8" type="subTitle"/>
          </p:nvPr>
        </p:nvSpPr>
        <p:spPr>
          <a:xfrm>
            <a:off x="6205225"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
        <p:nvSpPr>
          <p:cNvPr id="1292" name="Google Shape;1292;p94"/>
          <p:cNvSpPr txBox="1"/>
          <p:nvPr>
            <p:ph idx="9" type="subTitle"/>
          </p:nvPr>
        </p:nvSpPr>
        <p:spPr>
          <a:xfrm>
            <a:off x="3255250" y="3430500"/>
            <a:ext cx="2627100" cy="481200"/>
          </a:xfrm>
          <a:prstGeom prst="rect">
            <a:avLst/>
          </a:prstGeom>
        </p:spPr>
        <p:txBody>
          <a:bodyPr anchorCtr="0" anchor="t" bIns="0" lIns="0" spcFirstLastPara="1" rIns="91425" wrap="square" tIns="0">
            <a:noAutofit/>
          </a:bodyPr>
          <a:lstStyle>
            <a:lvl1pPr lvl="0">
              <a:lnSpc>
                <a:spcPct val="100000"/>
              </a:lnSpc>
              <a:spcBef>
                <a:spcPts val="0"/>
              </a:spcBef>
              <a:spcAft>
                <a:spcPts val="0"/>
              </a:spcAft>
              <a:buSzPts val="1000"/>
              <a:buNone/>
              <a:defRPr/>
            </a:lvl1pPr>
            <a:lvl2pPr lvl="1">
              <a:lnSpc>
                <a:spcPct val="100000"/>
              </a:lnSpc>
              <a:spcBef>
                <a:spcPts val="1000"/>
              </a:spcBef>
              <a:spcAft>
                <a:spcPts val="0"/>
              </a:spcAft>
              <a:buSzPts val="1800"/>
              <a:buNone/>
              <a:defRPr sz="1800"/>
            </a:lvl2pPr>
            <a:lvl3pPr lvl="2">
              <a:lnSpc>
                <a:spcPct val="100000"/>
              </a:lnSpc>
              <a:spcBef>
                <a:spcPts val="1000"/>
              </a:spcBef>
              <a:spcAft>
                <a:spcPts val="0"/>
              </a:spcAft>
              <a:buSzPts val="1800"/>
              <a:buNone/>
              <a:defRPr sz="1800"/>
            </a:lvl3pPr>
            <a:lvl4pPr lvl="3">
              <a:lnSpc>
                <a:spcPct val="100000"/>
              </a:lnSpc>
              <a:spcBef>
                <a:spcPts val="1000"/>
              </a:spcBef>
              <a:spcAft>
                <a:spcPts val="0"/>
              </a:spcAft>
              <a:buSzPts val="1800"/>
              <a:buNone/>
              <a:defRPr sz="1800"/>
            </a:lvl4pPr>
            <a:lvl5pPr lvl="4">
              <a:lnSpc>
                <a:spcPct val="100000"/>
              </a:lnSpc>
              <a:spcBef>
                <a:spcPts val="1000"/>
              </a:spcBef>
              <a:spcAft>
                <a:spcPts val="0"/>
              </a:spcAft>
              <a:buSzPts val="1800"/>
              <a:buNone/>
              <a:defRPr sz="1800"/>
            </a:lvl5pPr>
            <a:lvl6pPr lvl="5">
              <a:lnSpc>
                <a:spcPct val="100000"/>
              </a:lnSpc>
              <a:spcBef>
                <a:spcPts val="1000"/>
              </a:spcBef>
              <a:spcAft>
                <a:spcPts val="0"/>
              </a:spcAft>
              <a:buSzPts val="1800"/>
              <a:buNone/>
              <a:defRPr sz="1800"/>
            </a:lvl6pPr>
            <a:lvl7pPr lvl="6">
              <a:lnSpc>
                <a:spcPct val="100000"/>
              </a:lnSpc>
              <a:spcBef>
                <a:spcPts val="1000"/>
              </a:spcBef>
              <a:spcAft>
                <a:spcPts val="0"/>
              </a:spcAft>
              <a:buSzPts val="1800"/>
              <a:buNone/>
              <a:defRPr sz="1800"/>
            </a:lvl7pPr>
            <a:lvl8pPr lvl="7">
              <a:lnSpc>
                <a:spcPct val="100000"/>
              </a:lnSpc>
              <a:spcBef>
                <a:spcPts val="1000"/>
              </a:spcBef>
              <a:spcAft>
                <a:spcPts val="0"/>
              </a:spcAft>
              <a:buSzPts val="1800"/>
              <a:buNone/>
              <a:defRPr sz="1800"/>
            </a:lvl8pPr>
            <a:lvl9pPr lvl="8">
              <a:lnSpc>
                <a:spcPct val="100000"/>
              </a:lnSpc>
              <a:spcBef>
                <a:spcPts val="1000"/>
              </a:spcBef>
              <a:spcAft>
                <a:spcPts val="0"/>
              </a:spcAft>
              <a:buSzPts val="1800"/>
              <a:buNone/>
              <a:defRPr sz="1800"/>
            </a:lvl9pPr>
          </a:lstStyle>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1293" name="Shape 1293"/>
        <p:cNvGrpSpPr/>
        <p:nvPr/>
      </p:nvGrpSpPr>
      <p:grpSpPr>
        <a:xfrm>
          <a:off x="0" y="0"/>
          <a:ext cx="0" cy="0"/>
          <a:chOff x="0" y="0"/>
          <a:chExt cx="0" cy="0"/>
        </a:xfrm>
      </p:grpSpPr>
      <p:sp>
        <p:nvSpPr>
          <p:cNvPr id="1294" name="Google Shape;1294;p9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1295" name="Shape 1295"/>
        <p:cNvGrpSpPr/>
        <p:nvPr/>
      </p:nvGrpSpPr>
      <p:grpSpPr>
        <a:xfrm>
          <a:off x="0" y="0"/>
          <a:ext cx="0" cy="0"/>
          <a:chOff x="0" y="0"/>
          <a:chExt cx="0" cy="0"/>
        </a:xfrm>
      </p:grpSpPr>
      <p:sp>
        <p:nvSpPr>
          <p:cNvPr id="1296" name="Google Shape;1296;p96"/>
          <p:cNvSpPr/>
          <p:nvPr>
            <p:ph idx="2" type="pic"/>
          </p:nvPr>
        </p:nvSpPr>
        <p:spPr>
          <a:xfrm>
            <a:off x="3389600" y="118913"/>
            <a:ext cx="1643700" cy="1535100"/>
          </a:xfrm>
          <a:prstGeom prst="rect">
            <a:avLst/>
          </a:prstGeom>
          <a:noFill/>
          <a:ln>
            <a:noFill/>
          </a:ln>
        </p:spPr>
      </p:sp>
      <p:sp>
        <p:nvSpPr>
          <p:cNvPr id="1297" name="Google Shape;1297;p96"/>
          <p:cNvSpPr/>
          <p:nvPr>
            <p:ph idx="3" type="pic"/>
          </p:nvPr>
        </p:nvSpPr>
        <p:spPr>
          <a:xfrm>
            <a:off x="5195935" y="118913"/>
            <a:ext cx="1643700" cy="1535100"/>
          </a:xfrm>
          <a:prstGeom prst="rect">
            <a:avLst/>
          </a:prstGeom>
          <a:noFill/>
          <a:ln>
            <a:noFill/>
          </a:ln>
        </p:spPr>
      </p:sp>
      <p:sp>
        <p:nvSpPr>
          <p:cNvPr id="1298" name="Google Shape;1298;p96"/>
          <p:cNvSpPr/>
          <p:nvPr>
            <p:ph idx="4" type="pic"/>
          </p:nvPr>
        </p:nvSpPr>
        <p:spPr>
          <a:xfrm>
            <a:off x="7002270" y="118913"/>
            <a:ext cx="1643700" cy="1535100"/>
          </a:xfrm>
          <a:prstGeom prst="rect">
            <a:avLst/>
          </a:prstGeom>
          <a:noFill/>
          <a:ln>
            <a:noFill/>
          </a:ln>
        </p:spPr>
      </p:sp>
      <p:sp>
        <p:nvSpPr>
          <p:cNvPr id="1299" name="Google Shape;1299;p96"/>
          <p:cNvSpPr/>
          <p:nvPr>
            <p:ph idx="5" type="pic"/>
          </p:nvPr>
        </p:nvSpPr>
        <p:spPr>
          <a:xfrm>
            <a:off x="3389588" y="1804212"/>
            <a:ext cx="1643700" cy="1535100"/>
          </a:xfrm>
          <a:prstGeom prst="rect">
            <a:avLst/>
          </a:prstGeom>
          <a:noFill/>
          <a:ln>
            <a:noFill/>
          </a:ln>
        </p:spPr>
      </p:sp>
      <p:sp>
        <p:nvSpPr>
          <p:cNvPr id="1300" name="Google Shape;1300;p96"/>
          <p:cNvSpPr/>
          <p:nvPr>
            <p:ph idx="6" type="pic"/>
          </p:nvPr>
        </p:nvSpPr>
        <p:spPr>
          <a:xfrm>
            <a:off x="5195922" y="1804212"/>
            <a:ext cx="1643700" cy="1535100"/>
          </a:xfrm>
          <a:prstGeom prst="rect">
            <a:avLst/>
          </a:prstGeom>
          <a:noFill/>
          <a:ln>
            <a:noFill/>
          </a:ln>
        </p:spPr>
      </p:sp>
      <p:sp>
        <p:nvSpPr>
          <p:cNvPr id="1301" name="Google Shape;1301;p96"/>
          <p:cNvSpPr/>
          <p:nvPr>
            <p:ph idx="7" type="pic"/>
          </p:nvPr>
        </p:nvSpPr>
        <p:spPr>
          <a:xfrm>
            <a:off x="7002257" y="1804212"/>
            <a:ext cx="1643700" cy="1535100"/>
          </a:xfrm>
          <a:prstGeom prst="rect">
            <a:avLst/>
          </a:prstGeom>
          <a:noFill/>
          <a:ln>
            <a:noFill/>
          </a:ln>
        </p:spPr>
      </p:sp>
      <p:sp>
        <p:nvSpPr>
          <p:cNvPr id="1302" name="Google Shape;1302;p96"/>
          <p:cNvSpPr txBox="1"/>
          <p:nvPr>
            <p:ph type="title"/>
          </p:nvPr>
        </p:nvSpPr>
        <p:spPr>
          <a:xfrm>
            <a:off x="351550" y="445025"/>
            <a:ext cx="2596800" cy="1706400"/>
          </a:xfrm>
          <a:prstGeom prst="rect">
            <a:avLst/>
          </a:prstGeom>
        </p:spPr>
        <p:txBody>
          <a:bodyPr anchorCtr="0" anchor="t" bIns="0" lIns="0" spcFirstLastPara="1" rIns="91425" wrap="square" tIns="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03" name="Google Shape;1303;p96"/>
          <p:cNvSpPr/>
          <p:nvPr>
            <p:ph idx="8" type="pic"/>
          </p:nvPr>
        </p:nvSpPr>
        <p:spPr>
          <a:xfrm>
            <a:off x="3389588" y="3489487"/>
            <a:ext cx="1643700" cy="1535100"/>
          </a:xfrm>
          <a:prstGeom prst="rect">
            <a:avLst/>
          </a:prstGeom>
          <a:noFill/>
          <a:ln>
            <a:noFill/>
          </a:ln>
        </p:spPr>
      </p:sp>
      <p:sp>
        <p:nvSpPr>
          <p:cNvPr id="1304" name="Google Shape;1304;p96"/>
          <p:cNvSpPr/>
          <p:nvPr>
            <p:ph idx="9" type="pic"/>
          </p:nvPr>
        </p:nvSpPr>
        <p:spPr>
          <a:xfrm>
            <a:off x="5195922" y="3489487"/>
            <a:ext cx="1643700" cy="1535100"/>
          </a:xfrm>
          <a:prstGeom prst="rect">
            <a:avLst/>
          </a:prstGeom>
          <a:noFill/>
          <a:ln>
            <a:noFill/>
          </a:ln>
        </p:spPr>
      </p:sp>
      <p:sp>
        <p:nvSpPr>
          <p:cNvPr id="1305" name="Google Shape;1305;p9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0" Type="http://schemas.openxmlformats.org/officeDocument/2006/relationships/theme" Target="../theme/theme3.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89.xml"/><Relationship Id="rId42" Type="http://schemas.openxmlformats.org/officeDocument/2006/relationships/slideLayout" Target="../slideLayouts/slideLayout91.xml"/><Relationship Id="rId41" Type="http://schemas.openxmlformats.org/officeDocument/2006/relationships/slideLayout" Target="../slideLayouts/slideLayout90.xml"/><Relationship Id="rId44" Type="http://schemas.openxmlformats.org/officeDocument/2006/relationships/slideLayout" Target="../slideLayouts/slideLayout93.xml"/><Relationship Id="rId43" Type="http://schemas.openxmlformats.org/officeDocument/2006/relationships/slideLayout" Target="../slideLayouts/slideLayout92.xml"/><Relationship Id="rId46" Type="http://schemas.openxmlformats.org/officeDocument/2006/relationships/theme" Target="../theme/theme2.xml"/><Relationship Id="rId45" Type="http://schemas.openxmlformats.org/officeDocument/2006/relationships/slideLayout" Target="../slideLayouts/slideLayout94.xml"/><Relationship Id="rId1" Type="http://schemas.openxmlformats.org/officeDocument/2006/relationships/slideLayout" Target="../slideLayouts/slideLayout50.xml"/><Relationship Id="rId2" Type="http://schemas.openxmlformats.org/officeDocument/2006/relationships/slideLayout" Target="../slideLayouts/slideLayout51.xml"/><Relationship Id="rId3" Type="http://schemas.openxmlformats.org/officeDocument/2006/relationships/slideLayout" Target="../slideLayouts/slideLayout52.xml"/><Relationship Id="rId4" Type="http://schemas.openxmlformats.org/officeDocument/2006/relationships/slideLayout" Target="../slideLayouts/slideLayout53.xml"/><Relationship Id="rId9" Type="http://schemas.openxmlformats.org/officeDocument/2006/relationships/slideLayout" Target="../slideLayouts/slideLayout58.xml"/><Relationship Id="rId5" Type="http://schemas.openxmlformats.org/officeDocument/2006/relationships/slideLayout" Target="../slideLayouts/slideLayout54.xml"/><Relationship Id="rId6" Type="http://schemas.openxmlformats.org/officeDocument/2006/relationships/slideLayout" Target="../slideLayouts/slideLayout55.xml"/><Relationship Id="rId7" Type="http://schemas.openxmlformats.org/officeDocument/2006/relationships/slideLayout" Target="../slideLayouts/slideLayout56.xml"/><Relationship Id="rId8" Type="http://schemas.openxmlformats.org/officeDocument/2006/relationships/slideLayout" Target="../slideLayouts/slideLayout57.xml"/><Relationship Id="rId31" Type="http://schemas.openxmlformats.org/officeDocument/2006/relationships/slideLayout" Target="../slideLayouts/slideLayout80.xml"/><Relationship Id="rId30" Type="http://schemas.openxmlformats.org/officeDocument/2006/relationships/slideLayout" Target="../slideLayouts/slideLayout79.xml"/><Relationship Id="rId33" Type="http://schemas.openxmlformats.org/officeDocument/2006/relationships/slideLayout" Target="../slideLayouts/slideLayout82.xml"/><Relationship Id="rId32" Type="http://schemas.openxmlformats.org/officeDocument/2006/relationships/slideLayout" Target="../slideLayouts/slideLayout81.xml"/><Relationship Id="rId35" Type="http://schemas.openxmlformats.org/officeDocument/2006/relationships/slideLayout" Target="../slideLayouts/slideLayout84.xml"/><Relationship Id="rId34" Type="http://schemas.openxmlformats.org/officeDocument/2006/relationships/slideLayout" Target="../slideLayouts/slideLayout83.xml"/><Relationship Id="rId37" Type="http://schemas.openxmlformats.org/officeDocument/2006/relationships/slideLayout" Target="../slideLayouts/slideLayout86.xml"/><Relationship Id="rId36" Type="http://schemas.openxmlformats.org/officeDocument/2006/relationships/slideLayout" Target="../slideLayouts/slideLayout85.xml"/><Relationship Id="rId39" Type="http://schemas.openxmlformats.org/officeDocument/2006/relationships/slideLayout" Target="../slideLayouts/slideLayout88.xml"/><Relationship Id="rId38" Type="http://schemas.openxmlformats.org/officeDocument/2006/relationships/slideLayout" Target="../slideLayouts/slideLayout87.xml"/><Relationship Id="rId20" Type="http://schemas.openxmlformats.org/officeDocument/2006/relationships/slideLayout" Target="../slideLayouts/slideLayout69.xml"/><Relationship Id="rId22" Type="http://schemas.openxmlformats.org/officeDocument/2006/relationships/slideLayout" Target="../slideLayouts/slideLayout71.xml"/><Relationship Id="rId21" Type="http://schemas.openxmlformats.org/officeDocument/2006/relationships/slideLayout" Target="../slideLayouts/slideLayout70.xml"/><Relationship Id="rId24" Type="http://schemas.openxmlformats.org/officeDocument/2006/relationships/slideLayout" Target="../slideLayouts/slideLayout73.xml"/><Relationship Id="rId23" Type="http://schemas.openxmlformats.org/officeDocument/2006/relationships/slideLayout" Target="../slideLayouts/slideLayout72.xml"/><Relationship Id="rId26" Type="http://schemas.openxmlformats.org/officeDocument/2006/relationships/slideLayout" Target="../slideLayouts/slideLayout75.xml"/><Relationship Id="rId25" Type="http://schemas.openxmlformats.org/officeDocument/2006/relationships/slideLayout" Target="../slideLayouts/slideLayout74.xml"/><Relationship Id="rId28" Type="http://schemas.openxmlformats.org/officeDocument/2006/relationships/slideLayout" Target="../slideLayouts/slideLayout77.xml"/><Relationship Id="rId27" Type="http://schemas.openxmlformats.org/officeDocument/2006/relationships/slideLayout" Target="../slideLayouts/slideLayout76.xml"/><Relationship Id="rId29" Type="http://schemas.openxmlformats.org/officeDocument/2006/relationships/slideLayout" Target="../slideLayouts/slideLayout78.xml"/><Relationship Id="rId11" Type="http://schemas.openxmlformats.org/officeDocument/2006/relationships/slideLayout" Target="../slideLayouts/slideLayout60.xml"/><Relationship Id="rId10" Type="http://schemas.openxmlformats.org/officeDocument/2006/relationships/slideLayout" Target="../slideLayouts/slideLayout59.xml"/><Relationship Id="rId13" Type="http://schemas.openxmlformats.org/officeDocument/2006/relationships/slideLayout" Target="../slideLayouts/slideLayout62.xml"/><Relationship Id="rId12" Type="http://schemas.openxmlformats.org/officeDocument/2006/relationships/slideLayout" Target="../slideLayouts/slideLayout61.xml"/><Relationship Id="rId15" Type="http://schemas.openxmlformats.org/officeDocument/2006/relationships/slideLayout" Target="../slideLayouts/slideLayout64.xml"/><Relationship Id="rId14" Type="http://schemas.openxmlformats.org/officeDocument/2006/relationships/slideLayout" Target="../slideLayouts/slideLayout63.xml"/><Relationship Id="rId17" Type="http://schemas.openxmlformats.org/officeDocument/2006/relationships/slideLayout" Target="../slideLayouts/slideLayout66.xml"/><Relationship Id="rId16" Type="http://schemas.openxmlformats.org/officeDocument/2006/relationships/slideLayout" Target="../slideLayouts/slideLayout65.xml"/><Relationship Id="rId19" Type="http://schemas.openxmlformats.org/officeDocument/2006/relationships/slideLayout" Target="../slideLayouts/slideLayout68.xml"/><Relationship Id="rId18" Type="http://schemas.openxmlformats.org/officeDocument/2006/relationships/slideLayout" Target="../slideLayouts/slideLayout6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7" name="Google Shape;7;p1"/>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8" name="Google Shape;8;p1"/>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6"/>
        </a:solidFill>
      </p:bgPr>
    </p:bg>
    <p:spTree>
      <p:nvGrpSpPr>
        <p:cNvPr id="884" name="Shape 884"/>
        <p:cNvGrpSpPr/>
        <p:nvPr/>
      </p:nvGrpSpPr>
      <p:grpSpPr>
        <a:xfrm>
          <a:off x="0" y="0"/>
          <a:ext cx="0" cy="0"/>
          <a:chOff x="0" y="0"/>
          <a:chExt cx="0" cy="0"/>
        </a:xfrm>
      </p:grpSpPr>
      <p:sp>
        <p:nvSpPr>
          <p:cNvPr id="885" name="Google Shape;885;p51"/>
          <p:cNvSpPr txBox="1"/>
          <p:nvPr>
            <p:ph type="title"/>
          </p:nvPr>
        </p:nvSpPr>
        <p:spPr>
          <a:xfrm>
            <a:off x="284700" y="460250"/>
            <a:ext cx="8574600" cy="425100"/>
          </a:xfrm>
          <a:prstGeom prst="rect">
            <a:avLst/>
          </a:prstGeom>
          <a:noFill/>
          <a:ln>
            <a:noFill/>
          </a:ln>
        </p:spPr>
        <p:txBody>
          <a:bodyPr anchorCtr="0" anchor="t" bIns="0" lIns="0" spcFirstLastPara="1" rIns="91425" wrap="square" tIns="0">
            <a:noAutofit/>
          </a:bodyPr>
          <a:lstStyle>
            <a:lvl1pPr lvl="0">
              <a:lnSpc>
                <a:spcPct val="115000"/>
              </a:lnSpc>
              <a:spcBef>
                <a:spcPts val="0"/>
              </a:spcBef>
              <a:spcAft>
                <a:spcPts val="0"/>
              </a:spcAft>
              <a:buClr>
                <a:schemeClr val="dk1"/>
              </a:buClr>
              <a:buSzPts val="3000"/>
              <a:buFont typeface="Quantico"/>
              <a:buNone/>
              <a:defRPr sz="3000">
                <a:solidFill>
                  <a:schemeClr val="dk1"/>
                </a:solidFill>
                <a:latin typeface="Quantico"/>
                <a:ea typeface="Quantico"/>
                <a:cs typeface="Quantico"/>
                <a:sym typeface="Quantico"/>
              </a:defRPr>
            </a:lvl1pPr>
            <a:lvl2pPr lvl="1">
              <a:lnSpc>
                <a:spcPct val="115000"/>
              </a:lnSpc>
              <a:spcBef>
                <a:spcPts val="0"/>
              </a:spcBef>
              <a:spcAft>
                <a:spcPts val="0"/>
              </a:spcAft>
              <a:buClr>
                <a:schemeClr val="dk1"/>
              </a:buClr>
              <a:buSzPts val="3000"/>
              <a:buFont typeface="Arial"/>
              <a:buNone/>
              <a:defRPr sz="3000">
                <a:solidFill>
                  <a:schemeClr val="dk1"/>
                </a:solidFill>
              </a:defRPr>
            </a:lvl2pPr>
            <a:lvl3pPr lvl="2">
              <a:lnSpc>
                <a:spcPct val="115000"/>
              </a:lnSpc>
              <a:spcBef>
                <a:spcPts val="0"/>
              </a:spcBef>
              <a:spcAft>
                <a:spcPts val="0"/>
              </a:spcAft>
              <a:buClr>
                <a:schemeClr val="dk1"/>
              </a:buClr>
              <a:buSzPts val="3000"/>
              <a:buFont typeface="Arial"/>
              <a:buNone/>
              <a:defRPr sz="3000">
                <a:solidFill>
                  <a:schemeClr val="dk1"/>
                </a:solidFill>
              </a:defRPr>
            </a:lvl3pPr>
            <a:lvl4pPr lvl="3">
              <a:lnSpc>
                <a:spcPct val="115000"/>
              </a:lnSpc>
              <a:spcBef>
                <a:spcPts val="0"/>
              </a:spcBef>
              <a:spcAft>
                <a:spcPts val="0"/>
              </a:spcAft>
              <a:buClr>
                <a:schemeClr val="dk1"/>
              </a:buClr>
              <a:buSzPts val="3000"/>
              <a:buFont typeface="Arial"/>
              <a:buNone/>
              <a:defRPr sz="3000">
                <a:solidFill>
                  <a:schemeClr val="dk1"/>
                </a:solidFill>
              </a:defRPr>
            </a:lvl4pPr>
            <a:lvl5pPr lvl="4">
              <a:lnSpc>
                <a:spcPct val="115000"/>
              </a:lnSpc>
              <a:spcBef>
                <a:spcPts val="0"/>
              </a:spcBef>
              <a:spcAft>
                <a:spcPts val="0"/>
              </a:spcAft>
              <a:buClr>
                <a:schemeClr val="dk1"/>
              </a:buClr>
              <a:buSzPts val="3000"/>
              <a:buFont typeface="Arial"/>
              <a:buNone/>
              <a:defRPr sz="3000">
                <a:solidFill>
                  <a:schemeClr val="dk1"/>
                </a:solidFill>
              </a:defRPr>
            </a:lvl5pPr>
            <a:lvl6pPr lvl="5">
              <a:lnSpc>
                <a:spcPct val="115000"/>
              </a:lnSpc>
              <a:spcBef>
                <a:spcPts val="0"/>
              </a:spcBef>
              <a:spcAft>
                <a:spcPts val="0"/>
              </a:spcAft>
              <a:buClr>
                <a:schemeClr val="dk1"/>
              </a:buClr>
              <a:buSzPts val="3000"/>
              <a:buFont typeface="Arial"/>
              <a:buNone/>
              <a:defRPr sz="3000">
                <a:solidFill>
                  <a:schemeClr val="dk1"/>
                </a:solidFill>
              </a:defRPr>
            </a:lvl6pPr>
            <a:lvl7pPr lvl="6">
              <a:lnSpc>
                <a:spcPct val="115000"/>
              </a:lnSpc>
              <a:spcBef>
                <a:spcPts val="0"/>
              </a:spcBef>
              <a:spcAft>
                <a:spcPts val="0"/>
              </a:spcAft>
              <a:buClr>
                <a:schemeClr val="dk1"/>
              </a:buClr>
              <a:buSzPts val="3000"/>
              <a:buFont typeface="Arial"/>
              <a:buNone/>
              <a:defRPr sz="3000">
                <a:solidFill>
                  <a:schemeClr val="dk1"/>
                </a:solidFill>
              </a:defRPr>
            </a:lvl7pPr>
            <a:lvl8pPr lvl="7">
              <a:lnSpc>
                <a:spcPct val="115000"/>
              </a:lnSpc>
              <a:spcBef>
                <a:spcPts val="0"/>
              </a:spcBef>
              <a:spcAft>
                <a:spcPts val="0"/>
              </a:spcAft>
              <a:buClr>
                <a:schemeClr val="dk1"/>
              </a:buClr>
              <a:buSzPts val="3000"/>
              <a:buFont typeface="Arial"/>
              <a:buNone/>
              <a:defRPr sz="3000">
                <a:solidFill>
                  <a:schemeClr val="dk1"/>
                </a:solidFill>
              </a:defRPr>
            </a:lvl8pPr>
            <a:lvl9pPr lvl="8">
              <a:lnSpc>
                <a:spcPct val="115000"/>
              </a:lnSpc>
              <a:spcBef>
                <a:spcPts val="0"/>
              </a:spcBef>
              <a:spcAft>
                <a:spcPts val="0"/>
              </a:spcAft>
              <a:buClr>
                <a:schemeClr val="dk1"/>
              </a:buClr>
              <a:buSzPts val="3000"/>
              <a:buFont typeface="Arial"/>
              <a:buNone/>
              <a:defRPr sz="3000">
                <a:solidFill>
                  <a:schemeClr val="dk1"/>
                </a:solidFill>
              </a:defRPr>
            </a:lvl9pPr>
          </a:lstStyle>
          <a:p/>
        </p:txBody>
      </p:sp>
      <p:sp>
        <p:nvSpPr>
          <p:cNvPr id="886" name="Google Shape;886;p51"/>
          <p:cNvSpPr txBox="1"/>
          <p:nvPr>
            <p:ph idx="1" type="body"/>
          </p:nvPr>
        </p:nvSpPr>
        <p:spPr>
          <a:xfrm>
            <a:off x="284700" y="1299725"/>
            <a:ext cx="6153900" cy="2901300"/>
          </a:xfrm>
          <a:prstGeom prst="rect">
            <a:avLst/>
          </a:prstGeom>
          <a:noFill/>
          <a:ln>
            <a:noFill/>
          </a:ln>
        </p:spPr>
        <p:txBody>
          <a:bodyPr anchorCtr="0" anchor="t" bIns="0" lIns="0" spcFirstLastPara="1" rIns="91425" wrap="square" tIns="0">
            <a:noAutofit/>
          </a:bodyPr>
          <a:lstStyle>
            <a:lvl1pPr indent="-292100" lvl="0" marL="457200">
              <a:lnSpc>
                <a:spcPct val="150000"/>
              </a:lnSpc>
              <a:spcBef>
                <a:spcPts val="0"/>
              </a:spcBef>
              <a:spcAft>
                <a:spcPts val="0"/>
              </a:spcAft>
              <a:buClr>
                <a:schemeClr val="dk2"/>
              </a:buClr>
              <a:buSzPts val="1000"/>
              <a:buFont typeface="Lato"/>
              <a:buChar char="●"/>
              <a:defRPr sz="1000">
                <a:solidFill>
                  <a:schemeClr val="dk2"/>
                </a:solidFill>
                <a:latin typeface="Lato"/>
                <a:ea typeface="Lato"/>
                <a:cs typeface="Lato"/>
                <a:sym typeface="Lato"/>
              </a:defRPr>
            </a:lvl1pPr>
            <a:lvl2pPr indent="-292100" lvl="1" marL="914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2pPr>
            <a:lvl3pPr indent="-292100" lvl="2" marL="1371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3pPr>
            <a:lvl4pPr indent="-292100" lvl="3" marL="18288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4pPr>
            <a:lvl5pPr indent="-292100" lvl="4" marL="22860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5pPr>
            <a:lvl6pPr indent="-292100" lvl="5" marL="27432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6pPr>
            <a:lvl7pPr indent="-292100" lvl="6" marL="32004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7pPr>
            <a:lvl8pPr indent="-292100" lvl="7" marL="3657600">
              <a:lnSpc>
                <a:spcPct val="150000"/>
              </a:lnSpc>
              <a:spcBef>
                <a:spcPts val="1000"/>
              </a:spcBef>
              <a:spcAft>
                <a:spcPts val="0"/>
              </a:spcAft>
              <a:buClr>
                <a:schemeClr val="dk2"/>
              </a:buClr>
              <a:buSzPts val="1000"/>
              <a:buFont typeface="Lato"/>
              <a:buChar char="○"/>
              <a:defRPr sz="1000">
                <a:solidFill>
                  <a:schemeClr val="dk2"/>
                </a:solidFill>
                <a:latin typeface="Lato"/>
                <a:ea typeface="Lato"/>
                <a:cs typeface="Lato"/>
                <a:sym typeface="Lato"/>
              </a:defRPr>
            </a:lvl8pPr>
            <a:lvl9pPr indent="-292100" lvl="8" marL="4114800">
              <a:lnSpc>
                <a:spcPct val="150000"/>
              </a:lnSpc>
              <a:spcBef>
                <a:spcPts val="1000"/>
              </a:spcBef>
              <a:spcAft>
                <a:spcPts val="1000"/>
              </a:spcAft>
              <a:buClr>
                <a:schemeClr val="dk2"/>
              </a:buClr>
              <a:buSzPts val="1000"/>
              <a:buFont typeface="Lato"/>
              <a:buChar char="■"/>
              <a:defRPr sz="1000">
                <a:solidFill>
                  <a:schemeClr val="dk2"/>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 id="2147483724" r:id="rId28"/>
    <p:sldLayoutId id="2147483725" r:id="rId29"/>
    <p:sldLayoutId id="2147483726" r:id="rId30"/>
    <p:sldLayoutId id="2147483727" r:id="rId31"/>
    <p:sldLayoutId id="2147483728" r:id="rId32"/>
    <p:sldLayoutId id="2147483729" r:id="rId33"/>
    <p:sldLayoutId id="2147483730" r:id="rId34"/>
    <p:sldLayoutId id="2147483731" r:id="rId35"/>
    <p:sldLayoutId id="2147483732" r:id="rId36"/>
    <p:sldLayoutId id="2147483733" r:id="rId37"/>
    <p:sldLayoutId id="2147483734" r:id="rId38"/>
    <p:sldLayoutId id="2147483735" r:id="rId39"/>
    <p:sldLayoutId id="2147483736" r:id="rId40"/>
    <p:sldLayoutId id="2147483737" r:id="rId41"/>
    <p:sldLayoutId id="2147483738" r:id="rId42"/>
    <p:sldLayoutId id="2147483739" r:id="rId43"/>
    <p:sldLayoutId id="2147483740" r:id="rId44"/>
    <p:sldLayoutId id="2147483741"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99">
          <p15:clr>
            <a:schemeClr val="accent1"/>
          </p15:clr>
        </p15:guide>
        <p15:guide id="2" orient="horz" pos="899">
          <p15:clr>
            <a:schemeClr val="accent1"/>
          </p15:clr>
        </p15:guide>
        <p15:guide id="3" orient="horz" pos="960">
          <p15:clr>
            <a:schemeClr val="accent1"/>
          </p15:clr>
        </p15:guide>
        <p15:guide id="4" orient="horz" pos="1560">
          <p15:clr>
            <a:schemeClr val="accent1"/>
          </p15:clr>
        </p15:guide>
        <p15:guide id="5" orient="horz" pos="1620">
          <p15:clr>
            <a:schemeClr val="accent1"/>
          </p15:clr>
        </p15:guide>
        <p15:guide id="6" orient="horz" pos="2280">
          <p15:clr>
            <a:schemeClr val="accent1"/>
          </p15:clr>
        </p15:guide>
        <p15:guide id="7" orient="horz" pos="2341">
          <p15:clr>
            <a:schemeClr val="accent1"/>
          </p15:clr>
        </p15:guide>
        <p15:guide id="8" pos="299">
          <p15:clr>
            <a:schemeClr val="accent1"/>
          </p15:clr>
        </p15:guide>
        <p15:guide id="9" pos="1559">
          <p15:clr>
            <a:schemeClr val="accent1"/>
          </p15:clr>
        </p15:guide>
        <p15:guide id="10" pos="1618">
          <p15:clr>
            <a:schemeClr val="accent1"/>
          </p15:clr>
        </p15:guide>
        <p15:guide id="11" pos="1981">
          <p15:clr>
            <a:schemeClr val="accent2"/>
          </p15:clr>
        </p15:guide>
        <p15:guide id="12" pos="2039">
          <p15:clr>
            <a:schemeClr val="accent2"/>
          </p15:clr>
        </p15:guide>
        <p15:guide id="13" pos="2880">
          <p15:clr>
            <a:schemeClr val="accent1"/>
          </p15:clr>
        </p15:guide>
        <p15:guide id="14" pos="2939">
          <p15:clr>
            <a:schemeClr val="accent1"/>
          </p15:clr>
        </p15:guide>
        <p15:guide id="15" pos="3719">
          <p15:clr>
            <a:schemeClr val="accent2"/>
          </p15:clr>
        </p15:guide>
        <p15:guide id="16" pos="3779">
          <p15:clr>
            <a:schemeClr val="accent2"/>
          </p15:clr>
        </p15:guide>
        <p15:guide id="17" pos="4140">
          <p15:clr>
            <a:schemeClr val="accent1"/>
          </p15:clr>
        </p15:guide>
        <p15:guide id="18" pos="4199">
          <p15:clr>
            <a:schemeClr val="accent1"/>
          </p15:clr>
        </p15:guide>
        <p15:guide id="19" pos="5459">
          <p15:clr>
            <a:schemeClr val="accent1"/>
          </p15:clr>
        </p15:guide>
        <p15:guide id="20" orient="horz" pos="2941">
          <p15:clr>
            <a:schemeClr val="accent1"/>
          </p15:clr>
        </p15:guide>
        <p15:guide id="21" pos="179">
          <p15:clr>
            <a:srgbClr val="EA4335"/>
          </p15:clr>
        </p15:guide>
        <p15:guide id="22" orient="horz" pos="180">
          <p15:clr>
            <a:srgbClr val="EA4335"/>
          </p15:clr>
        </p15:guide>
        <p15:guide id="23" pos="5581">
          <p15:clr>
            <a:srgbClr val="EA4335"/>
          </p15:clr>
        </p15:guide>
        <p15:guide id="24" orient="horz" pos="306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97"/>
          <p:cNvSpPr txBox="1"/>
          <p:nvPr>
            <p:ph idx="1" type="subTitle"/>
          </p:nvPr>
        </p:nvSpPr>
        <p:spPr>
          <a:xfrm>
            <a:off x="876900" y="2571750"/>
            <a:ext cx="2008500" cy="452700"/>
          </a:xfrm>
          <a:prstGeom prst="rect">
            <a:avLst/>
          </a:prstGeom>
        </p:spPr>
        <p:txBody>
          <a:bodyPr anchorCtr="0" anchor="t" bIns="0" lIns="0" spcFirstLastPara="1" rIns="91425" wrap="square" tIns="0">
            <a:noAutofit/>
          </a:bodyPr>
          <a:lstStyle/>
          <a:p>
            <a:pPr indent="0" lvl="0" marL="0" rtl="0" algn="l">
              <a:lnSpc>
                <a:spcPct val="100000"/>
              </a:lnSpc>
              <a:spcBef>
                <a:spcPts val="0"/>
              </a:spcBef>
              <a:spcAft>
                <a:spcPts val="0"/>
              </a:spcAft>
              <a:buSzPts val="1100"/>
              <a:buNone/>
            </a:pPr>
            <a:r>
              <a:t/>
            </a:r>
            <a:endParaRPr sz="1800"/>
          </a:p>
          <a:p>
            <a:pPr indent="0" lvl="0" marL="0" rtl="0" algn="l">
              <a:lnSpc>
                <a:spcPct val="100000"/>
              </a:lnSpc>
              <a:spcBef>
                <a:spcPts val="0"/>
              </a:spcBef>
              <a:spcAft>
                <a:spcPts val="0"/>
              </a:spcAft>
              <a:buSzPts val="1100"/>
              <a:buNone/>
            </a:pPr>
            <a:r>
              <a:rPr lang="en" sz="1800"/>
              <a:t>Angela Gervino</a:t>
            </a:r>
            <a:endParaRPr sz="1800"/>
          </a:p>
          <a:p>
            <a:pPr indent="0" lvl="0" marL="0" rtl="0" algn="l">
              <a:spcBef>
                <a:spcPts val="0"/>
              </a:spcBef>
              <a:spcAft>
                <a:spcPts val="0"/>
              </a:spcAft>
              <a:buSzPts val="1100"/>
              <a:buNone/>
            </a:pPr>
            <a:r>
              <a:t/>
            </a:r>
            <a:endParaRPr sz="1800"/>
          </a:p>
        </p:txBody>
      </p:sp>
      <p:sp>
        <p:nvSpPr>
          <p:cNvPr id="1311" name="Google Shape;1311;p97"/>
          <p:cNvSpPr txBox="1"/>
          <p:nvPr>
            <p:ph type="title"/>
          </p:nvPr>
        </p:nvSpPr>
        <p:spPr>
          <a:xfrm>
            <a:off x="876900" y="874250"/>
            <a:ext cx="4387500" cy="26325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000"/>
              <a:buNone/>
            </a:pPr>
            <a:r>
              <a:rPr b="1" lang="en" sz="6000"/>
              <a:t>Develop at Ubisoft</a:t>
            </a:r>
            <a:r>
              <a:rPr lang="en" sz="6000"/>
              <a:t>  </a:t>
            </a:r>
            <a:endParaRPr sz="4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5" name="Shape 1315"/>
        <p:cNvGrpSpPr/>
        <p:nvPr/>
      </p:nvGrpSpPr>
      <p:grpSpPr>
        <a:xfrm>
          <a:off x="0" y="0"/>
          <a:ext cx="0" cy="0"/>
          <a:chOff x="0" y="0"/>
          <a:chExt cx="0" cy="0"/>
        </a:xfrm>
      </p:grpSpPr>
      <p:sp>
        <p:nvSpPr>
          <p:cNvPr id="1316" name="Google Shape;1316;p98"/>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Clr>
                <a:schemeClr val="dk1"/>
              </a:buClr>
              <a:buSzPts val="1100"/>
              <a:buFont typeface="Arial"/>
              <a:buNone/>
            </a:pPr>
            <a:r>
              <a:rPr lang="en"/>
              <a:t>Before DAU</a:t>
            </a:r>
            <a:endParaRPr/>
          </a:p>
          <a:p>
            <a:pPr indent="0" lvl="0" marL="0" rtl="0" algn="l">
              <a:spcBef>
                <a:spcPts val="0"/>
              </a:spcBef>
              <a:spcAft>
                <a:spcPts val="0"/>
              </a:spcAft>
              <a:buSzPts val="3000"/>
              <a:buNone/>
            </a:pPr>
            <a:r>
              <a:t/>
            </a:r>
            <a:endParaRPr/>
          </a:p>
        </p:txBody>
      </p:sp>
      <p:pic>
        <p:nvPicPr>
          <p:cNvPr id="1317" name="Google Shape;1317;p98" title="DreamHopper.png"/>
          <p:cNvPicPr preferRelativeResize="0"/>
          <p:nvPr/>
        </p:nvPicPr>
        <p:blipFill>
          <a:blip r:embed="rId3">
            <a:alphaModFix/>
          </a:blip>
          <a:stretch>
            <a:fillRect/>
          </a:stretch>
        </p:blipFill>
        <p:spPr>
          <a:xfrm>
            <a:off x="1259550" y="2048450"/>
            <a:ext cx="7226701" cy="237170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1" name="Shape 1321"/>
        <p:cNvGrpSpPr/>
        <p:nvPr/>
      </p:nvGrpSpPr>
      <p:grpSpPr>
        <a:xfrm>
          <a:off x="0" y="0"/>
          <a:ext cx="0" cy="0"/>
          <a:chOff x="0" y="0"/>
          <a:chExt cx="0" cy="0"/>
        </a:xfrm>
      </p:grpSpPr>
      <p:sp>
        <p:nvSpPr>
          <p:cNvPr id="1322" name="Google Shape;1322;p99"/>
          <p:cNvSpPr txBox="1"/>
          <p:nvPr>
            <p:ph type="title"/>
          </p:nvPr>
        </p:nvSpPr>
        <p:spPr>
          <a:xfrm>
            <a:off x="920550" y="904500"/>
            <a:ext cx="7226700" cy="908700"/>
          </a:xfrm>
          <a:prstGeom prst="rect">
            <a:avLst/>
          </a:prstGeom>
        </p:spPr>
        <p:txBody>
          <a:bodyPr anchorCtr="0" anchor="t" bIns="0" lIns="0" spcFirstLastPara="1" rIns="91425" wrap="square" tIns="0">
            <a:noAutofit/>
          </a:bodyPr>
          <a:lstStyle/>
          <a:p>
            <a:pPr indent="0" lvl="0" marL="0" rtl="0" algn="l">
              <a:lnSpc>
                <a:spcPct val="90000"/>
              </a:lnSpc>
              <a:spcBef>
                <a:spcPts val="0"/>
              </a:spcBef>
              <a:spcAft>
                <a:spcPts val="0"/>
              </a:spcAft>
              <a:buClr>
                <a:schemeClr val="dk1"/>
              </a:buClr>
              <a:buSzPts val="1100"/>
              <a:buFont typeface="Arial"/>
              <a:buNone/>
            </a:pPr>
            <a:r>
              <a:rPr lang="en"/>
              <a:t>Program Goals</a:t>
            </a:r>
            <a:endParaRPr/>
          </a:p>
          <a:p>
            <a:pPr indent="0" lvl="0" marL="0" rtl="0" algn="l">
              <a:spcBef>
                <a:spcPts val="0"/>
              </a:spcBef>
              <a:spcAft>
                <a:spcPts val="0"/>
              </a:spcAft>
              <a:buSzPts val="3000"/>
              <a:buNone/>
            </a:pPr>
            <a:r>
              <a:t/>
            </a:r>
            <a:endParaRPr/>
          </a:p>
        </p:txBody>
      </p:sp>
      <p:sp>
        <p:nvSpPr>
          <p:cNvPr id="1323" name="Google Shape;1323;p99"/>
          <p:cNvSpPr txBox="1"/>
          <p:nvPr>
            <p:ph idx="2" type="title"/>
          </p:nvPr>
        </p:nvSpPr>
        <p:spPr>
          <a:xfrm>
            <a:off x="920550" y="1881950"/>
            <a:ext cx="7984200" cy="1110600"/>
          </a:xfrm>
          <a:prstGeom prst="rect">
            <a:avLst/>
          </a:prstGeom>
        </p:spPr>
        <p:txBody>
          <a:bodyPr anchorCtr="0" anchor="t" bIns="0" lIns="0" spcFirstLastPara="1" rIns="91425" wrap="square" tIns="0">
            <a:noAutofit/>
          </a:bodyPr>
          <a:lstStyle/>
          <a:p>
            <a:pPr indent="-330200" lvl="0" marL="457200" rtl="0" algn="l">
              <a:spcBef>
                <a:spcPts val="1000"/>
              </a:spcBef>
              <a:spcAft>
                <a:spcPts val="0"/>
              </a:spcAft>
              <a:buSzPts val="1600"/>
              <a:buAutoNum type="arabicPeriod"/>
            </a:pPr>
            <a:r>
              <a:rPr lang="en"/>
              <a:t>Make a complete game to gain exposure to many new aspects of game development</a:t>
            </a:r>
            <a:endParaRPr/>
          </a:p>
          <a:p>
            <a:pPr indent="-330200" lvl="0" marL="457200" rtl="0" algn="l">
              <a:spcBef>
                <a:spcPts val="0"/>
              </a:spcBef>
              <a:spcAft>
                <a:spcPts val="0"/>
              </a:spcAft>
              <a:buSzPts val="1600"/>
              <a:buAutoNum type="arabicPeriod"/>
            </a:pPr>
            <a:r>
              <a:rPr lang="en"/>
              <a:t>Explore the mathematics behind various game mechanics</a:t>
            </a:r>
            <a:endParaRPr/>
          </a:p>
        </p:txBody>
      </p:sp>
      <p:pic>
        <p:nvPicPr>
          <p:cNvPr id="1324" name="Google Shape;1324;p99" title="MonkeyDetectionRange.png"/>
          <p:cNvPicPr preferRelativeResize="0"/>
          <p:nvPr/>
        </p:nvPicPr>
        <p:blipFill>
          <a:blip r:embed="rId3">
            <a:alphaModFix/>
          </a:blip>
          <a:stretch>
            <a:fillRect/>
          </a:stretch>
        </p:blipFill>
        <p:spPr>
          <a:xfrm>
            <a:off x="3534763" y="3264050"/>
            <a:ext cx="2755775" cy="1593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28" name="Shape 1328"/>
        <p:cNvGrpSpPr/>
        <p:nvPr/>
      </p:nvGrpSpPr>
      <p:grpSpPr>
        <a:xfrm>
          <a:off x="0" y="0"/>
          <a:ext cx="0" cy="0"/>
          <a:chOff x="0" y="0"/>
          <a:chExt cx="0" cy="0"/>
        </a:xfrm>
      </p:grpSpPr>
      <p:sp>
        <p:nvSpPr>
          <p:cNvPr descr="Slide theme title" id="1329" name="Google Shape;1329;p100"/>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200"/>
              <a:buNone/>
            </a:pPr>
            <a:r>
              <a:rPr lang="en" sz="3700"/>
              <a:t>Island Escape</a:t>
            </a:r>
            <a:endParaRPr sz="3700"/>
          </a:p>
        </p:txBody>
      </p:sp>
      <p:sp>
        <p:nvSpPr>
          <p:cNvPr descr="Space to add a bio about this employee" id="1330" name="Google Shape;1330;p100"/>
          <p:cNvSpPr txBox="1"/>
          <p:nvPr>
            <p:ph idx="4" type="subTitle"/>
          </p:nvPr>
        </p:nvSpPr>
        <p:spPr>
          <a:xfrm>
            <a:off x="5540350" y="2565800"/>
            <a:ext cx="3319500" cy="1669500"/>
          </a:xfrm>
          <a:prstGeom prst="rect">
            <a:avLst/>
          </a:prstGeom>
        </p:spPr>
        <p:txBody>
          <a:bodyPr anchorCtr="0" anchor="t" bIns="0" lIns="0" spcFirstLastPara="1" rIns="91425" wrap="square" tIns="0">
            <a:noAutofit/>
          </a:bodyPr>
          <a:lstStyle/>
          <a:p>
            <a:pPr indent="-330200" lvl="0" marL="457200" rtl="0" algn="l">
              <a:spcBef>
                <a:spcPts val="0"/>
              </a:spcBef>
              <a:spcAft>
                <a:spcPts val="0"/>
              </a:spcAft>
              <a:buSzPts val="1600"/>
              <a:buChar char="-"/>
            </a:pPr>
            <a:r>
              <a:rPr b="1" lang="en" sz="1600"/>
              <a:t>Setting: </a:t>
            </a:r>
            <a:r>
              <a:rPr lang="en" sz="1600"/>
              <a:t>Play as a pirate who has just found </a:t>
            </a:r>
            <a:r>
              <a:rPr lang="en" sz="1600"/>
              <a:t>buried</a:t>
            </a:r>
            <a:r>
              <a:rPr lang="en" sz="1600"/>
              <a:t> treasure on an island</a:t>
            </a:r>
            <a:endParaRPr sz="1600"/>
          </a:p>
          <a:p>
            <a:pPr indent="-330200" lvl="0" marL="457200" rtl="0" algn="l">
              <a:spcBef>
                <a:spcPts val="0"/>
              </a:spcBef>
              <a:spcAft>
                <a:spcPts val="0"/>
              </a:spcAft>
              <a:buSzPts val="1600"/>
              <a:buChar char="-"/>
            </a:pPr>
            <a:r>
              <a:rPr b="1" lang="en" sz="1600"/>
              <a:t>Goal</a:t>
            </a:r>
            <a:r>
              <a:rPr lang="en" sz="1600"/>
              <a:t>: Find the way back to your pirate ship to escape with the treasure</a:t>
            </a:r>
            <a:endParaRPr sz="1200"/>
          </a:p>
          <a:p>
            <a:pPr indent="0" lvl="0" marL="0" rtl="0" algn="l">
              <a:spcBef>
                <a:spcPts val="0"/>
              </a:spcBef>
              <a:spcAft>
                <a:spcPts val="0"/>
              </a:spcAft>
              <a:buSzPts val="1000"/>
              <a:buNone/>
            </a:pPr>
            <a:r>
              <a:t/>
            </a:r>
            <a:endParaRPr/>
          </a:p>
          <a:p>
            <a:pPr indent="0" lvl="0" marL="0" rtl="0" algn="l">
              <a:spcBef>
                <a:spcPts val="0"/>
              </a:spcBef>
              <a:spcAft>
                <a:spcPts val="0"/>
              </a:spcAft>
              <a:buSzPts val="1000"/>
              <a:buNone/>
            </a:pPr>
            <a:r>
              <a:t/>
            </a:r>
            <a:endParaRPr/>
          </a:p>
        </p:txBody>
      </p:sp>
      <p:pic>
        <p:nvPicPr>
          <p:cNvPr id="1331" name="Google Shape;1331;p100" title="Maze.png"/>
          <p:cNvPicPr preferRelativeResize="0"/>
          <p:nvPr/>
        </p:nvPicPr>
        <p:blipFill>
          <a:blip r:embed="rId3">
            <a:alphaModFix/>
          </a:blip>
          <a:stretch>
            <a:fillRect/>
          </a:stretch>
        </p:blipFill>
        <p:spPr>
          <a:xfrm>
            <a:off x="890975" y="2240400"/>
            <a:ext cx="3581300" cy="19948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5" name="Shape 1335"/>
        <p:cNvGrpSpPr/>
        <p:nvPr/>
      </p:nvGrpSpPr>
      <p:grpSpPr>
        <a:xfrm>
          <a:off x="0" y="0"/>
          <a:ext cx="0" cy="0"/>
          <a:chOff x="0" y="0"/>
          <a:chExt cx="0" cy="0"/>
        </a:xfrm>
      </p:grpSpPr>
      <p:sp>
        <p:nvSpPr>
          <p:cNvPr id="1336" name="Google Shape;1336;p101"/>
          <p:cNvSpPr/>
          <p:nvPr/>
        </p:nvSpPr>
        <p:spPr>
          <a:xfrm>
            <a:off x="7002862" y="619550"/>
            <a:ext cx="21411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337" name="Google Shape;1337;p101"/>
          <p:cNvSpPr/>
          <p:nvPr/>
        </p:nvSpPr>
        <p:spPr>
          <a:xfrm>
            <a:off x="2825150" y="2125400"/>
            <a:ext cx="23259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id="1338" name="Google Shape;1338;p101"/>
          <p:cNvSpPr/>
          <p:nvPr/>
        </p:nvSpPr>
        <p:spPr>
          <a:xfrm>
            <a:off x="7002737" y="3637100"/>
            <a:ext cx="2141100" cy="1509900"/>
          </a:xfrm>
          <a:prstGeom prst="snip1Rect">
            <a:avLst>
              <a:gd fmla="val 13900" name="adj"/>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
                <a:solidFill>
                  <a:schemeClr val="dk1"/>
                </a:solidFill>
                <a:latin typeface="Quantico"/>
                <a:ea typeface="Quantico"/>
                <a:cs typeface="Quantico"/>
                <a:sym typeface="Quantico"/>
              </a:rPr>
              <a:t> </a:t>
            </a:r>
            <a:endParaRPr>
              <a:solidFill>
                <a:schemeClr val="dk1"/>
              </a:solidFill>
              <a:latin typeface="Quantico"/>
              <a:ea typeface="Quantico"/>
              <a:cs typeface="Quantico"/>
              <a:sym typeface="Quantico"/>
            </a:endParaRPr>
          </a:p>
        </p:txBody>
      </p:sp>
      <p:sp>
        <p:nvSpPr>
          <p:cNvPr descr="Slide theme title" id="1339" name="Google Shape;1339;p101"/>
          <p:cNvSpPr txBox="1"/>
          <p:nvPr>
            <p:ph type="title"/>
          </p:nvPr>
        </p:nvSpPr>
        <p:spPr>
          <a:xfrm>
            <a:off x="929475" y="914400"/>
            <a:ext cx="3633000" cy="10773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2400"/>
              <a:buNone/>
            </a:pPr>
            <a:r>
              <a:rPr lang="en" sz="3700"/>
              <a:t>Progress</a:t>
            </a:r>
            <a:endParaRPr sz="3700"/>
          </a:p>
          <a:p>
            <a:pPr indent="0" lvl="0" marL="0" rtl="0" algn="l">
              <a:spcBef>
                <a:spcPts val="0"/>
              </a:spcBef>
              <a:spcAft>
                <a:spcPts val="0"/>
              </a:spcAft>
              <a:buSzPts val="2400"/>
              <a:buNone/>
            </a:pPr>
            <a:r>
              <a:t/>
            </a:r>
            <a:endParaRPr/>
          </a:p>
          <a:p>
            <a:pPr indent="0" lvl="0" marL="0" rtl="0" algn="l">
              <a:spcBef>
                <a:spcPts val="0"/>
              </a:spcBef>
              <a:spcAft>
                <a:spcPts val="0"/>
              </a:spcAft>
              <a:buSzPts val="2400"/>
              <a:buNone/>
            </a:pPr>
            <a:r>
              <a:t/>
            </a:r>
            <a:endParaRPr/>
          </a:p>
        </p:txBody>
      </p:sp>
      <p:sp>
        <p:nvSpPr>
          <p:cNvPr descr="Slide theme description" id="1340" name="Google Shape;1340;p101"/>
          <p:cNvSpPr txBox="1"/>
          <p:nvPr>
            <p:ph idx="1" type="body"/>
          </p:nvPr>
        </p:nvSpPr>
        <p:spPr>
          <a:xfrm>
            <a:off x="2983575" y="2349125"/>
            <a:ext cx="1918800" cy="1144800"/>
          </a:xfrm>
          <a:prstGeom prst="rect">
            <a:avLst/>
          </a:prstGeom>
        </p:spPr>
        <p:txBody>
          <a:bodyPr anchorCtr="0" anchor="t" bIns="0" lIns="0" spcFirstLastPara="1" rIns="91425" wrap="square" tIns="0">
            <a:noAutofit/>
          </a:bodyPr>
          <a:lstStyle/>
          <a:p>
            <a:pPr indent="0" lvl="0" marL="0" rtl="0" algn="l">
              <a:lnSpc>
                <a:spcPct val="150000"/>
              </a:lnSpc>
              <a:spcBef>
                <a:spcPts val="0"/>
              </a:spcBef>
              <a:spcAft>
                <a:spcPts val="0"/>
              </a:spcAft>
              <a:buNone/>
            </a:pPr>
            <a:r>
              <a:rPr b="1" lang="en" sz="1200"/>
              <a:t>Environment</a:t>
            </a:r>
            <a:endParaRPr b="1" sz="1200"/>
          </a:p>
          <a:p>
            <a:pPr indent="-292100" lvl="0" marL="457200" rtl="0" algn="l">
              <a:lnSpc>
                <a:spcPct val="115000"/>
              </a:lnSpc>
              <a:spcBef>
                <a:spcPts val="0"/>
              </a:spcBef>
              <a:spcAft>
                <a:spcPts val="0"/>
              </a:spcAft>
              <a:buSzPts val="1000"/>
              <a:buChar char="-"/>
            </a:pPr>
            <a:r>
              <a:rPr lang="en"/>
              <a:t>Terrain Building</a:t>
            </a:r>
            <a:endParaRPr/>
          </a:p>
          <a:p>
            <a:pPr indent="-292100" lvl="0" marL="457200" rtl="0" algn="l">
              <a:lnSpc>
                <a:spcPct val="115000"/>
              </a:lnSpc>
              <a:spcBef>
                <a:spcPts val="0"/>
              </a:spcBef>
              <a:spcAft>
                <a:spcPts val="0"/>
              </a:spcAft>
              <a:buSzPts val="1000"/>
              <a:buChar char="-"/>
            </a:pPr>
            <a:r>
              <a:rPr lang="en"/>
              <a:t>Texture Painting</a:t>
            </a:r>
            <a:endParaRPr/>
          </a:p>
          <a:p>
            <a:pPr indent="-292100" lvl="0" marL="457200" rtl="0" algn="l">
              <a:lnSpc>
                <a:spcPct val="115000"/>
              </a:lnSpc>
              <a:spcBef>
                <a:spcPts val="0"/>
              </a:spcBef>
              <a:spcAft>
                <a:spcPts val="0"/>
              </a:spcAft>
              <a:buSzPts val="1000"/>
              <a:buChar char="-"/>
            </a:pPr>
            <a:r>
              <a:rPr lang="en"/>
              <a:t>Crest Ocean System</a:t>
            </a:r>
            <a:endParaRPr/>
          </a:p>
          <a:p>
            <a:pPr indent="-292100" lvl="0" marL="457200" rtl="0" algn="l">
              <a:lnSpc>
                <a:spcPct val="115000"/>
              </a:lnSpc>
              <a:spcBef>
                <a:spcPts val="0"/>
              </a:spcBef>
              <a:spcAft>
                <a:spcPts val="0"/>
              </a:spcAft>
              <a:buSzPts val="1000"/>
              <a:buChar char="-"/>
            </a:pPr>
            <a:r>
              <a:rPr lang="en"/>
              <a:t>Trees &amp; Decorations</a:t>
            </a:r>
            <a:endParaRPr/>
          </a:p>
        </p:txBody>
      </p:sp>
      <p:sp>
        <p:nvSpPr>
          <p:cNvPr descr="Slide theme description" id="1341" name="Google Shape;1341;p101"/>
          <p:cNvSpPr txBox="1"/>
          <p:nvPr>
            <p:ph idx="8" type="body"/>
          </p:nvPr>
        </p:nvSpPr>
        <p:spPr>
          <a:xfrm>
            <a:off x="7237325" y="3863875"/>
            <a:ext cx="1784400" cy="1144800"/>
          </a:xfrm>
          <a:prstGeom prst="rect">
            <a:avLst/>
          </a:prstGeom>
        </p:spPr>
        <p:txBody>
          <a:bodyPr anchorCtr="0" anchor="t" bIns="0" lIns="0" spcFirstLastPara="1" rIns="91425" wrap="square" tIns="0">
            <a:noAutofit/>
          </a:bodyPr>
          <a:lstStyle/>
          <a:p>
            <a:pPr indent="0" lvl="0" marL="0" rtl="0" algn="l">
              <a:lnSpc>
                <a:spcPct val="150000"/>
              </a:lnSpc>
              <a:spcBef>
                <a:spcPts val="0"/>
              </a:spcBef>
              <a:spcAft>
                <a:spcPts val="0"/>
              </a:spcAft>
              <a:buNone/>
            </a:pPr>
            <a:r>
              <a:rPr b="1" lang="en" sz="1200"/>
              <a:t>Dialogue</a:t>
            </a:r>
            <a:endParaRPr b="1" sz="1200"/>
          </a:p>
          <a:p>
            <a:pPr indent="-292100" lvl="0" marL="457200" rtl="0" algn="l">
              <a:lnSpc>
                <a:spcPct val="115000"/>
              </a:lnSpc>
              <a:spcBef>
                <a:spcPts val="0"/>
              </a:spcBef>
              <a:spcAft>
                <a:spcPts val="0"/>
              </a:spcAft>
              <a:buSzPts val="1000"/>
              <a:buChar char="-"/>
            </a:pPr>
            <a:r>
              <a:rPr lang="en"/>
              <a:t>Dialogue Editor Tool</a:t>
            </a:r>
            <a:endParaRPr/>
          </a:p>
          <a:p>
            <a:pPr indent="-292100" lvl="0" marL="457200" rtl="0" algn="l">
              <a:lnSpc>
                <a:spcPct val="115000"/>
              </a:lnSpc>
              <a:spcBef>
                <a:spcPts val="0"/>
              </a:spcBef>
              <a:spcAft>
                <a:spcPts val="0"/>
              </a:spcAft>
              <a:buSzPts val="1000"/>
              <a:buChar char="-"/>
            </a:pPr>
            <a:r>
              <a:rPr lang="en"/>
              <a:t>Input Blocking During Active Dialogue</a:t>
            </a:r>
            <a:endParaRPr/>
          </a:p>
        </p:txBody>
      </p:sp>
      <p:sp>
        <p:nvSpPr>
          <p:cNvPr descr="Slide theme description" id="1342" name="Google Shape;1342;p101"/>
          <p:cNvSpPr txBox="1"/>
          <p:nvPr>
            <p:ph idx="9" type="body"/>
          </p:nvPr>
        </p:nvSpPr>
        <p:spPr>
          <a:xfrm>
            <a:off x="7233275" y="794300"/>
            <a:ext cx="1680000" cy="1144800"/>
          </a:xfrm>
          <a:prstGeom prst="rect">
            <a:avLst/>
          </a:prstGeom>
        </p:spPr>
        <p:txBody>
          <a:bodyPr anchorCtr="0" anchor="t" bIns="0" lIns="0" spcFirstLastPara="1" rIns="91425" wrap="square" tIns="0">
            <a:noAutofit/>
          </a:bodyPr>
          <a:lstStyle/>
          <a:p>
            <a:pPr indent="0" lvl="0" marL="0" rtl="0" algn="l">
              <a:lnSpc>
                <a:spcPct val="150000"/>
              </a:lnSpc>
              <a:spcBef>
                <a:spcPts val="0"/>
              </a:spcBef>
              <a:spcAft>
                <a:spcPts val="0"/>
              </a:spcAft>
              <a:buNone/>
            </a:pPr>
            <a:r>
              <a:rPr b="1" lang="en" sz="1200"/>
              <a:t>Combat</a:t>
            </a:r>
            <a:r>
              <a:rPr b="1" lang="en" sz="1200"/>
              <a:t> System</a:t>
            </a:r>
            <a:endParaRPr b="1" sz="1200"/>
          </a:p>
          <a:p>
            <a:pPr indent="-292100" lvl="0" marL="457200" rtl="0" algn="l">
              <a:lnSpc>
                <a:spcPct val="115000"/>
              </a:lnSpc>
              <a:spcBef>
                <a:spcPts val="0"/>
              </a:spcBef>
              <a:spcAft>
                <a:spcPts val="0"/>
              </a:spcAft>
              <a:buSzPts val="1000"/>
              <a:buChar char="-"/>
            </a:pPr>
            <a:r>
              <a:rPr lang="en"/>
              <a:t>Player Respawn</a:t>
            </a:r>
            <a:endParaRPr/>
          </a:p>
          <a:p>
            <a:pPr indent="-292100" lvl="0" marL="457200" rtl="0" algn="l">
              <a:lnSpc>
                <a:spcPct val="115000"/>
              </a:lnSpc>
              <a:spcBef>
                <a:spcPts val="0"/>
              </a:spcBef>
              <a:spcAft>
                <a:spcPts val="0"/>
              </a:spcAft>
              <a:buSzPts val="1000"/>
              <a:buChar char="-"/>
            </a:pPr>
            <a:r>
              <a:rPr lang="en"/>
              <a:t>Input Blocking  During Animations</a:t>
            </a:r>
            <a:endParaRPr/>
          </a:p>
          <a:p>
            <a:pPr indent="-292100" lvl="0" marL="457200" rtl="0" algn="l">
              <a:lnSpc>
                <a:spcPct val="115000"/>
              </a:lnSpc>
              <a:spcBef>
                <a:spcPts val="0"/>
              </a:spcBef>
              <a:spcAft>
                <a:spcPts val="0"/>
              </a:spcAft>
              <a:buSzPts val="1000"/>
              <a:buChar char="-"/>
            </a:pPr>
            <a:r>
              <a:rPr lang="en"/>
              <a:t>Attack Cooldown</a:t>
            </a:r>
            <a:br>
              <a:rPr lang="en"/>
            </a:br>
            <a:endParaRPr/>
          </a:p>
          <a:p>
            <a:pPr indent="0" lvl="0" marL="0" rtl="0" algn="l">
              <a:lnSpc>
                <a:spcPct val="115000"/>
              </a:lnSpc>
              <a:spcBef>
                <a:spcPts val="0"/>
              </a:spcBef>
              <a:spcAft>
                <a:spcPts val="0"/>
              </a:spcAft>
              <a:buSzPts val="1000"/>
              <a:buNone/>
            </a:pPr>
            <a:r>
              <a:t/>
            </a:r>
            <a:endParaRPr/>
          </a:p>
          <a:p>
            <a:pPr indent="0" lvl="0" marL="0" rtl="0" algn="l">
              <a:lnSpc>
                <a:spcPct val="115000"/>
              </a:lnSpc>
              <a:spcBef>
                <a:spcPts val="0"/>
              </a:spcBef>
              <a:spcAft>
                <a:spcPts val="0"/>
              </a:spcAft>
              <a:buSzPts val="1000"/>
              <a:buNone/>
            </a:pPr>
            <a:r>
              <a:t/>
            </a:r>
            <a:endParaRPr/>
          </a:p>
        </p:txBody>
      </p:sp>
      <p:pic>
        <p:nvPicPr>
          <p:cNvPr id="1343" name="Google Shape;1343;p101" title="Attack.png"/>
          <p:cNvPicPr preferRelativeResize="0"/>
          <p:nvPr>
            <p:ph idx="2" type="pic"/>
          </p:nvPr>
        </p:nvPicPr>
        <p:blipFill rotWithShape="1">
          <a:blip r:embed="rId3">
            <a:alphaModFix/>
          </a:blip>
          <a:srcRect b="0" l="8895" r="8895" t="0"/>
          <a:stretch/>
        </p:blipFill>
        <p:spPr>
          <a:xfrm>
            <a:off x="4930693" y="619550"/>
            <a:ext cx="2100300" cy="1513500"/>
          </a:xfrm>
          <a:prstGeom prst="snip1Rect">
            <a:avLst>
              <a:gd fmla="val 0" name="adj"/>
            </a:avLst>
          </a:prstGeom>
        </p:spPr>
      </p:pic>
      <p:pic>
        <p:nvPicPr>
          <p:cNvPr id="1344" name="Google Shape;1344;p101" title="Dialogue1.png"/>
          <p:cNvPicPr preferRelativeResize="0"/>
          <p:nvPr>
            <p:ph idx="4" type="pic"/>
          </p:nvPr>
        </p:nvPicPr>
        <p:blipFill rotWithShape="1">
          <a:blip r:embed="rId4">
            <a:alphaModFix/>
          </a:blip>
          <a:srcRect b="0" l="12056" r="17027" t="23106"/>
          <a:stretch/>
        </p:blipFill>
        <p:spPr>
          <a:xfrm>
            <a:off x="4902425" y="3638975"/>
            <a:ext cx="2100300" cy="1509900"/>
          </a:xfrm>
          <a:prstGeom prst="snip1Rect">
            <a:avLst>
              <a:gd fmla="val 0" name="adj"/>
            </a:avLst>
          </a:prstGeom>
        </p:spPr>
      </p:pic>
      <p:pic>
        <p:nvPicPr>
          <p:cNvPr id="1345" name="Google Shape;1345;p101" title="Terrain.png"/>
          <p:cNvPicPr preferRelativeResize="0"/>
          <p:nvPr/>
        </p:nvPicPr>
        <p:blipFill rotWithShape="1">
          <a:blip r:embed="rId5">
            <a:alphaModFix/>
          </a:blip>
          <a:srcRect b="0" l="13019" r="20390" t="0"/>
          <a:stretch/>
        </p:blipFill>
        <p:spPr>
          <a:xfrm>
            <a:off x="684050" y="2123600"/>
            <a:ext cx="2141100" cy="151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349" name="Shape 1349"/>
        <p:cNvGrpSpPr/>
        <p:nvPr/>
      </p:nvGrpSpPr>
      <p:grpSpPr>
        <a:xfrm>
          <a:off x="0" y="0"/>
          <a:ext cx="0" cy="0"/>
          <a:chOff x="0" y="0"/>
          <a:chExt cx="0" cy="0"/>
        </a:xfrm>
      </p:grpSpPr>
      <p:sp>
        <p:nvSpPr>
          <p:cNvPr descr="Slide theme title" id="1350" name="Google Shape;1350;p102"/>
          <p:cNvSpPr txBox="1"/>
          <p:nvPr>
            <p:ph idx="2" type="title"/>
          </p:nvPr>
        </p:nvSpPr>
        <p:spPr>
          <a:xfrm>
            <a:off x="516600" y="486575"/>
            <a:ext cx="3823500" cy="678000"/>
          </a:xfrm>
          <a:prstGeom prst="rect">
            <a:avLst/>
          </a:prstGeom>
        </p:spPr>
        <p:txBody>
          <a:bodyPr anchorCtr="0" anchor="t" bIns="0" lIns="0" spcFirstLastPara="1" rIns="91425" wrap="square" tIns="0">
            <a:noAutofit/>
          </a:bodyPr>
          <a:lstStyle/>
          <a:p>
            <a:pPr indent="0" lvl="0" marL="0" rtl="0" algn="l">
              <a:lnSpc>
                <a:spcPct val="80000"/>
              </a:lnSpc>
              <a:spcBef>
                <a:spcPts val="0"/>
              </a:spcBef>
              <a:spcAft>
                <a:spcPts val="0"/>
              </a:spcAft>
              <a:buSzPts val="3200"/>
              <a:buNone/>
            </a:pPr>
            <a:r>
              <a:rPr lang="en" sz="3700"/>
              <a:t>Obstacles</a:t>
            </a:r>
            <a:endParaRPr sz="3700"/>
          </a:p>
        </p:txBody>
      </p:sp>
      <p:sp>
        <p:nvSpPr>
          <p:cNvPr descr="Space to add a bio about this employee" id="1351" name="Google Shape;1351;p102"/>
          <p:cNvSpPr txBox="1"/>
          <p:nvPr>
            <p:ph idx="4" type="subTitle"/>
          </p:nvPr>
        </p:nvSpPr>
        <p:spPr>
          <a:xfrm>
            <a:off x="5700875" y="2904250"/>
            <a:ext cx="2650500" cy="678000"/>
          </a:xfrm>
          <a:prstGeom prst="rect">
            <a:avLst/>
          </a:prstGeom>
        </p:spPr>
        <p:txBody>
          <a:bodyPr anchorCtr="0" anchor="t" bIns="0" lIns="0" spcFirstLastPara="1" rIns="91425" wrap="square" tIns="0">
            <a:noAutofit/>
          </a:bodyPr>
          <a:lstStyle/>
          <a:p>
            <a:pPr indent="-317500" lvl="0" marL="457200" rtl="0" algn="l">
              <a:spcBef>
                <a:spcPts val="1000"/>
              </a:spcBef>
              <a:spcAft>
                <a:spcPts val="0"/>
              </a:spcAft>
              <a:buSzPts val="1400"/>
              <a:buChar char="-"/>
            </a:pPr>
            <a:r>
              <a:rPr lang="en" sz="1400"/>
              <a:t>Obstacle: </a:t>
            </a:r>
            <a:r>
              <a:rPr lang="en" sz="1400"/>
              <a:t>Lag </a:t>
            </a:r>
            <a:endParaRPr sz="1400"/>
          </a:p>
          <a:p>
            <a:pPr indent="-317500" lvl="0" marL="457200" rtl="0" algn="l">
              <a:spcBef>
                <a:spcPts val="0"/>
              </a:spcBef>
              <a:spcAft>
                <a:spcPts val="0"/>
              </a:spcAft>
              <a:buSzPts val="1400"/>
              <a:buChar char="-"/>
            </a:pPr>
            <a:r>
              <a:rPr lang="en" sz="1400"/>
              <a:t>Solution: LOD Groups</a:t>
            </a:r>
            <a:endParaRPr sz="800"/>
          </a:p>
        </p:txBody>
      </p:sp>
      <p:pic>
        <p:nvPicPr>
          <p:cNvPr id="1352" name="Google Shape;1352;p102" title="Trees.png"/>
          <p:cNvPicPr preferRelativeResize="0"/>
          <p:nvPr/>
        </p:nvPicPr>
        <p:blipFill>
          <a:blip r:embed="rId3">
            <a:alphaModFix/>
          </a:blip>
          <a:stretch>
            <a:fillRect/>
          </a:stretch>
        </p:blipFill>
        <p:spPr>
          <a:xfrm>
            <a:off x="785888" y="2247173"/>
            <a:ext cx="3565374" cy="1992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103"/>
          <p:cNvSpPr txBox="1"/>
          <p:nvPr>
            <p:ph type="title"/>
          </p:nvPr>
        </p:nvSpPr>
        <p:spPr>
          <a:xfrm>
            <a:off x="958650" y="2117400"/>
            <a:ext cx="7226700" cy="908700"/>
          </a:xfrm>
          <a:prstGeom prst="rect">
            <a:avLst/>
          </a:prstGeom>
        </p:spPr>
        <p:txBody>
          <a:bodyPr anchorCtr="0" anchor="t" bIns="0" lIns="0" spcFirstLastPara="1" rIns="91425" wrap="square" tIns="0">
            <a:noAutofit/>
          </a:bodyPr>
          <a:lstStyle/>
          <a:p>
            <a:pPr indent="0" lvl="0" marL="0" rtl="0" algn="ctr">
              <a:lnSpc>
                <a:spcPct val="115000"/>
              </a:lnSpc>
              <a:spcBef>
                <a:spcPts val="0"/>
              </a:spcBef>
              <a:spcAft>
                <a:spcPts val="0"/>
              </a:spcAft>
              <a:buClr>
                <a:schemeClr val="dk1"/>
              </a:buClr>
              <a:buSzPts val="1100"/>
              <a:buFont typeface="Arial"/>
              <a:buNone/>
            </a:pPr>
            <a:r>
              <a:rPr lang="en"/>
              <a:t>Thank You</a:t>
            </a:r>
            <a:endParaRPr/>
          </a:p>
          <a:p>
            <a:pPr indent="0" lvl="0" marL="0" rtl="0" algn="ctr">
              <a:lnSpc>
                <a:spcPct val="90000"/>
              </a:lnSpc>
              <a:spcBef>
                <a:spcPts val="0"/>
              </a:spcBef>
              <a:spcAft>
                <a:spcPts val="0"/>
              </a:spcAft>
              <a:buClr>
                <a:schemeClr val="dk1"/>
              </a:buClr>
              <a:buSzPts val="1100"/>
              <a:buFont typeface="Arial"/>
              <a:buNone/>
            </a:pPr>
            <a:r>
              <a:rPr lang="en" sz="2800"/>
              <a:t>Questions?</a:t>
            </a:r>
            <a:endParaRPr sz="2800"/>
          </a:p>
          <a:p>
            <a:pPr indent="0" lvl="0" marL="0" rtl="0" algn="l">
              <a:spcBef>
                <a:spcPts val="0"/>
              </a:spcBef>
              <a:spcAft>
                <a:spcPts val="0"/>
              </a:spcAft>
              <a:buSzPts val="3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ides Pitch 2024">
  <a:themeElements>
    <a:clrScheme name="Google Colours">
      <a:dk1>
        <a:srgbClr val="000000"/>
      </a:dk1>
      <a:lt1>
        <a:srgbClr val="182A43"/>
      </a:lt1>
      <a:dk2>
        <a:srgbClr val="253851"/>
      </a:dk2>
      <a:lt2>
        <a:srgbClr val="364D6C"/>
      </a:lt2>
      <a:accent1>
        <a:srgbClr val="4F6887"/>
      </a:accent1>
      <a:accent2>
        <a:srgbClr val="6C87A6"/>
      </a:accent2>
      <a:accent3>
        <a:srgbClr val="86A3C3"/>
      </a:accent3>
      <a:accent4>
        <a:srgbClr val="97C5EF"/>
      </a:accent4>
      <a:accent5>
        <a:srgbClr val="A7D4FF"/>
      </a:accent5>
      <a:accent6>
        <a:srgbClr val="BEDEFF"/>
      </a:accent6>
      <a:hlink>
        <a:srgbClr val="FFFFFF"/>
      </a:hlink>
      <a:folHlink>
        <a:srgbClr val="7B1FA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